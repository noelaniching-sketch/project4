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9" r:id="rId4"/>
    <p:sldMasterId id="214748374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Inter Light"/>
      <p:regular r:id="rId22"/>
      <p:bold r:id="rId23"/>
      <p:italic r:id="rId24"/>
      <p:boldItalic r:id="rId25"/>
    </p:embeddedFont>
    <p:embeddedFont>
      <p:font typeface="Gowun Batang"/>
      <p:regular r:id="rId26"/>
      <p:bold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Inter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33" Type="http://schemas.openxmlformats.org/officeDocument/2006/relationships/font" Target="fonts/InterMedium-bold.fntdata"/><Relationship Id="rId32" Type="http://schemas.openxmlformats.org/officeDocument/2006/relationships/font" Target="fonts/InterMedium-regular.fntdata"/><Relationship Id="rId35" Type="http://schemas.openxmlformats.org/officeDocument/2006/relationships/font" Target="fonts/InterMedium-boldItalic.fntdata"/><Relationship Id="rId34" Type="http://schemas.openxmlformats.org/officeDocument/2006/relationships/font" Target="fonts/InterMedium-italic.fntdata"/><Relationship Id="rId20" Type="http://schemas.openxmlformats.org/officeDocument/2006/relationships/font" Target="fonts/InterSemiBold-italic.fntdata"/><Relationship Id="rId22" Type="http://schemas.openxmlformats.org/officeDocument/2006/relationships/font" Target="fonts/InterLight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InterLight-italic.fntdata"/><Relationship Id="rId23" Type="http://schemas.openxmlformats.org/officeDocument/2006/relationships/font" Target="fonts/InterLight-bold.fntdata"/><Relationship Id="rId26" Type="http://schemas.openxmlformats.org/officeDocument/2006/relationships/font" Target="fonts/GowunBatang-regular.fntdata"/><Relationship Id="rId25" Type="http://schemas.openxmlformats.org/officeDocument/2006/relationships/font" Target="fonts/InterLight-boldItalic.fntdata"/><Relationship Id="rId28" Type="http://schemas.openxmlformats.org/officeDocument/2006/relationships/font" Target="fonts/Inter-regular.fntdata"/><Relationship Id="rId27" Type="http://schemas.openxmlformats.org/officeDocument/2006/relationships/font" Target="fonts/GowunBatang-bold.fntdata"/><Relationship Id="rId29" Type="http://schemas.openxmlformats.org/officeDocument/2006/relationships/font" Target="fonts/Inter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3ae12543ee0_2_1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9" name="Google Shape;1469;g3ae12543ee0_2_1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3ae12543ee0_2_1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7" name="Google Shape;1477;g3ae12543ee0_2_1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3ae12543ee0_2_1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4" name="Google Shape;1504;g3ae12543ee0_2_1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3ae12543ee0_2_1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0" name="Google Shape;1520;g3ae12543ee0_2_1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3ae12543ee0_2_1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8" name="Google Shape;1558;g3ae12543ee0_2_1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g3ae12543ee0_2_1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5" name="Google Shape;1575;g3ae12543ee0_2_1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g3ae12543ee0_2_1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1" name="Google Shape;1591;g3ae12543ee0_2_1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3ae12543ee0_2_1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6" name="Google Shape;1606;g3ae12543ee0_2_1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g3ae12543ee0_2_1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8" name="Google Shape;1618;g3ae12543ee0_2_1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g3ae12543ee0_2_1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3" name="Google Shape;1633;g3ae12543ee0_2_1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g3ae12543ee0_2_1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7" name="Google Shape;1647;g3ae12543ee0_2_1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1" type="blank">
  <p:cSld name="BLANK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4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55" name="Google Shape;55;p14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" name="Google Shape;56;p14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" name="Google Shape;57;p14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" name="Google Shape;58;p14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14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" name="Google Shape;60;p14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" name="Google Shape;61;p14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2" name="Google Shape;62;p14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18287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521375" y="2782850"/>
            <a:ext cx="810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18287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2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1042100" y="2897900"/>
            <a:ext cx="436200" cy="426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4" type="title"/>
          </p:nvPr>
        </p:nvSpPr>
        <p:spPr>
          <a:xfrm>
            <a:off x="4861750" y="2897900"/>
            <a:ext cx="436200" cy="426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5" type="title"/>
          </p:nvPr>
        </p:nvSpPr>
        <p:spPr>
          <a:xfrm>
            <a:off x="2952000" y="2897900"/>
            <a:ext cx="436200" cy="426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5"/>
          <p:cNvSpPr txBox="1"/>
          <p:nvPr>
            <p:ph idx="7" type="title"/>
          </p:nvPr>
        </p:nvSpPr>
        <p:spPr>
          <a:xfrm flipH="1">
            <a:off x="1046200" y="772500"/>
            <a:ext cx="5726100" cy="21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5"/>
          <p:cNvSpPr txBox="1"/>
          <p:nvPr>
            <p:ph idx="8" type="subTitle"/>
          </p:nvPr>
        </p:nvSpPr>
        <p:spPr>
          <a:xfrm>
            <a:off x="1042100" y="3515850"/>
            <a:ext cx="1910700" cy="13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7" name="Google Shape;77;p15"/>
          <p:cNvSpPr txBox="1"/>
          <p:nvPr>
            <p:ph idx="9" type="title"/>
          </p:nvPr>
        </p:nvSpPr>
        <p:spPr>
          <a:xfrm>
            <a:off x="6771475" y="2897900"/>
            <a:ext cx="436200" cy="426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78" name="Google Shape;78;p15"/>
          <p:cNvSpPr txBox="1"/>
          <p:nvPr>
            <p:ph idx="13" type="subTitle"/>
          </p:nvPr>
        </p:nvSpPr>
        <p:spPr>
          <a:xfrm>
            <a:off x="2951438" y="3515850"/>
            <a:ext cx="1910700" cy="13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9" name="Google Shape;79;p15"/>
          <p:cNvSpPr txBox="1"/>
          <p:nvPr>
            <p:ph idx="14" type="subTitle"/>
          </p:nvPr>
        </p:nvSpPr>
        <p:spPr>
          <a:xfrm>
            <a:off x="4862838" y="3515850"/>
            <a:ext cx="1910700" cy="13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80" name="Google Shape;80;p15"/>
          <p:cNvSpPr txBox="1"/>
          <p:nvPr>
            <p:ph idx="15" type="subTitle"/>
          </p:nvPr>
        </p:nvSpPr>
        <p:spPr>
          <a:xfrm>
            <a:off x="6774249" y="3515850"/>
            <a:ext cx="1848900" cy="13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Milestones">
  <p:cSld name="BLANK_1_2_1">
    <p:bg>
      <p:bgPr>
        <a:solidFill>
          <a:schemeClr val="dk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6777000" y="1805138"/>
            <a:ext cx="20535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2" type="body"/>
          </p:nvPr>
        </p:nvSpPr>
        <p:spPr>
          <a:xfrm>
            <a:off x="4684800" y="1755750"/>
            <a:ext cx="2086500" cy="12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3" type="body"/>
          </p:nvPr>
        </p:nvSpPr>
        <p:spPr>
          <a:xfrm>
            <a:off x="4684800" y="3390775"/>
            <a:ext cx="2086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4" type="subTitle"/>
          </p:nvPr>
        </p:nvSpPr>
        <p:spPr>
          <a:xfrm>
            <a:off x="6778383" y="3350950"/>
            <a:ext cx="2053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6" name="Google Shape;86;p16"/>
          <p:cNvSpPr txBox="1"/>
          <p:nvPr>
            <p:ph idx="5" type="subTitle"/>
          </p:nvPr>
        </p:nvSpPr>
        <p:spPr>
          <a:xfrm>
            <a:off x="6778457" y="3535750"/>
            <a:ext cx="20535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7" name="Google Shape;87;p16"/>
          <p:cNvSpPr txBox="1"/>
          <p:nvPr>
            <p:ph idx="6" type="body"/>
          </p:nvPr>
        </p:nvSpPr>
        <p:spPr>
          <a:xfrm>
            <a:off x="6777000" y="3955275"/>
            <a:ext cx="20535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7" type="subTitle"/>
          </p:nvPr>
        </p:nvSpPr>
        <p:spPr>
          <a:xfrm>
            <a:off x="6778383" y="1200813"/>
            <a:ext cx="2053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8" type="subTitle"/>
          </p:nvPr>
        </p:nvSpPr>
        <p:spPr>
          <a:xfrm>
            <a:off x="6778457" y="1385613"/>
            <a:ext cx="20535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9" type="subTitle"/>
          </p:nvPr>
        </p:nvSpPr>
        <p:spPr>
          <a:xfrm>
            <a:off x="518725" y="1576950"/>
            <a:ext cx="2079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1" name="Google Shape;91;p16"/>
          <p:cNvSpPr txBox="1"/>
          <p:nvPr>
            <p:ph idx="13" type="subTitle"/>
          </p:nvPr>
        </p:nvSpPr>
        <p:spPr>
          <a:xfrm>
            <a:off x="518800" y="1761750"/>
            <a:ext cx="2079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2" name="Google Shape;92;p16"/>
          <p:cNvSpPr txBox="1"/>
          <p:nvPr>
            <p:ph idx="14" type="body"/>
          </p:nvPr>
        </p:nvSpPr>
        <p:spPr>
          <a:xfrm>
            <a:off x="517325" y="2181275"/>
            <a:ext cx="2079300" cy="18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" name="Google Shape;93;p16"/>
          <p:cNvSpPr txBox="1"/>
          <p:nvPr>
            <p:ph idx="15" type="subTitle"/>
          </p:nvPr>
        </p:nvSpPr>
        <p:spPr>
          <a:xfrm>
            <a:off x="2599579" y="1576950"/>
            <a:ext cx="2085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4" name="Google Shape;94;p16"/>
          <p:cNvSpPr txBox="1"/>
          <p:nvPr>
            <p:ph idx="16" type="subTitle"/>
          </p:nvPr>
        </p:nvSpPr>
        <p:spPr>
          <a:xfrm>
            <a:off x="2599654" y="1761750"/>
            <a:ext cx="20850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5" name="Google Shape;95;p16"/>
          <p:cNvSpPr txBox="1"/>
          <p:nvPr>
            <p:ph idx="17" type="body"/>
          </p:nvPr>
        </p:nvSpPr>
        <p:spPr>
          <a:xfrm>
            <a:off x="2598175" y="2181275"/>
            <a:ext cx="2085000" cy="18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6" name="Google Shape;96;p16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6"/>
          <p:cNvSpPr txBox="1"/>
          <p:nvPr>
            <p:ph idx="19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" name="Google Shape;98;p16"/>
          <p:cNvSpPr txBox="1"/>
          <p:nvPr>
            <p:ph idx="20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0" name="Google Shape;100;p1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1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16"/>
          <p:cNvSpPr txBox="1"/>
          <p:nvPr>
            <p:ph idx="21" type="title"/>
          </p:nvPr>
        </p:nvSpPr>
        <p:spPr>
          <a:xfrm>
            <a:off x="518575" y="3955025"/>
            <a:ext cx="2079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3" name="Google Shape;103;p16"/>
          <p:cNvSpPr txBox="1"/>
          <p:nvPr>
            <p:ph idx="22" type="title"/>
          </p:nvPr>
        </p:nvSpPr>
        <p:spPr>
          <a:xfrm>
            <a:off x="2596700" y="3955025"/>
            <a:ext cx="2086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4" name="Google Shape;104;p16"/>
          <p:cNvSpPr txBox="1"/>
          <p:nvPr>
            <p:ph idx="23" type="subTitle"/>
          </p:nvPr>
        </p:nvSpPr>
        <p:spPr>
          <a:xfrm>
            <a:off x="4684800" y="1002050"/>
            <a:ext cx="2086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24" type="subTitle"/>
          </p:nvPr>
        </p:nvSpPr>
        <p:spPr>
          <a:xfrm>
            <a:off x="4684871" y="1186850"/>
            <a:ext cx="2086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25" type="subTitle"/>
          </p:nvPr>
        </p:nvSpPr>
        <p:spPr>
          <a:xfrm>
            <a:off x="4684875" y="3088650"/>
            <a:ext cx="2086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7" name="Google Shape;107;p16"/>
          <p:cNvSpPr txBox="1"/>
          <p:nvPr>
            <p:ph idx="26" type="subTitle"/>
          </p:nvPr>
        </p:nvSpPr>
        <p:spPr>
          <a:xfrm>
            <a:off x="4684875" y="4079075"/>
            <a:ext cx="2086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8" name="Google Shape;108;p16"/>
          <p:cNvSpPr txBox="1"/>
          <p:nvPr>
            <p:ph idx="27" type="body"/>
          </p:nvPr>
        </p:nvSpPr>
        <p:spPr>
          <a:xfrm>
            <a:off x="4684800" y="4385550"/>
            <a:ext cx="2086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05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3">
    <p:bg>
      <p:bgPr>
        <a:solidFill>
          <a:schemeClr val="lt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idx="1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11" name="Google Shape;111;p17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2" name="Google Shape;112;p17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3" name="Google Shape;113;p17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 flipH="1">
            <a:off x="1040775" y="1307575"/>
            <a:ext cx="75819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115" name="Google Shape;115;p17"/>
          <p:cNvSpPr txBox="1"/>
          <p:nvPr>
            <p:ph idx="5" type="title"/>
          </p:nvPr>
        </p:nvSpPr>
        <p:spPr>
          <a:xfrm flipH="1">
            <a:off x="1040775" y="2053325"/>
            <a:ext cx="75819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116" name="Google Shape;116;p17"/>
          <p:cNvSpPr txBox="1"/>
          <p:nvPr>
            <p:ph idx="6" type="title"/>
          </p:nvPr>
        </p:nvSpPr>
        <p:spPr>
          <a:xfrm flipH="1">
            <a:off x="1040775" y="2800750"/>
            <a:ext cx="75819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117" name="Google Shape;117;p17"/>
          <p:cNvSpPr txBox="1"/>
          <p:nvPr>
            <p:ph idx="7" type="title"/>
          </p:nvPr>
        </p:nvSpPr>
        <p:spPr>
          <a:xfrm flipH="1">
            <a:off x="1040775" y="3542475"/>
            <a:ext cx="75819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118" name="Google Shape;118;p17"/>
          <p:cNvSpPr txBox="1"/>
          <p:nvPr>
            <p:ph idx="8" type="title"/>
          </p:nvPr>
        </p:nvSpPr>
        <p:spPr>
          <a:xfrm flipH="1">
            <a:off x="1040775" y="4297600"/>
            <a:ext cx="75819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119" name="Google Shape;119;p17"/>
          <p:cNvSpPr txBox="1"/>
          <p:nvPr>
            <p:ph idx="9" type="title"/>
          </p:nvPr>
        </p:nvSpPr>
        <p:spPr>
          <a:xfrm flipH="1">
            <a:off x="1040775" y="666250"/>
            <a:ext cx="75819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oY Revenew Growth - ALT 1">
  <p:cSld name="BLANK_1_1_1_1_1_1_1_1_2_1_1">
    <p:bg>
      <p:bgPr>
        <a:solidFill>
          <a:schemeClr val="lt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22" name="Google Shape;122;p18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3" name="Google Shape;123;p18"/>
          <p:cNvSpPr/>
          <p:nvPr/>
        </p:nvSpPr>
        <p:spPr>
          <a:xfrm>
            <a:off x="802750" y="1006925"/>
            <a:ext cx="197400" cy="19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2077650" y="1006925"/>
            <a:ext cx="197400" cy="19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25" name="Google Shape;125;p18"/>
          <p:cNvSpPr txBox="1"/>
          <p:nvPr>
            <p:ph type="title"/>
          </p:nvPr>
        </p:nvSpPr>
        <p:spPr>
          <a:xfrm flipH="1">
            <a:off x="524150" y="334900"/>
            <a:ext cx="62487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6" name="Google Shape;126;p18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7" name="Google Shape;127;p18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8" name="Google Shape;128;p18"/>
          <p:cNvSpPr txBox="1"/>
          <p:nvPr>
            <p:ph idx="4" type="body"/>
          </p:nvPr>
        </p:nvSpPr>
        <p:spPr>
          <a:xfrm>
            <a:off x="6773750" y="1354750"/>
            <a:ext cx="1848900" cy="28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9" name="Google Shape;129;p18"/>
          <p:cNvSpPr txBox="1"/>
          <p:nvPr>
            <p:ph idx="5"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30" name="Google Shape;130;p18"/>
          <p:cNvSpPr txBox="1"/>
          <p:nvPr>
            <p:ph idx="6" type="subTitle"/>
          </p:nvPr>
        </p:nvSpPr>
        <p:spPr>
          <a:xfrm>
            <a:off x="1000150" y="1006925"/>
            <a:ext cx="1077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18"/>
          <p:cNvSpPr txBox="1"/>
          <p:nvPr>
            <p:ph idx="7" type="subTitle"/>
          </p:nvPr>
        </p:nvSpPr>
        <p:spPr>
          <a:xfrm>
            <a:off x="2275050" y="1006925"/>
            <a:ext cx="1077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18"/>
          <p:cNvSpPr txBox="1"/>
          <p:nvPr>
            <p:ph idx="8" type="title"/>
          </p:nvPr>
        </p:nvSpPr>
        <p:spPr>
          <a:xfrm>
            <a:off x="772850" y="1482075"/>
            <a:ext cx="479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8"/>
          <p:cNvSpPr txBox="1"/>
          <p:nvPr>
            <p:ph idx="9" type="title"/>
          </p:nvPr>
        </p:nvSpPr>
        <p:spPr>
          <a:xfrm>
            <a:off x="772850" y="2058725"/>
            <a:ext cx="479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4" name="Google Shape;134;p18"/>
          <p:cNvSpPr txBox="1"/>
          <p:nvPr>
            <p:ph idx="13" type="title"/>
          </p:nvPr>
        </p:nvSpPr>
        <p:spPr>
          <a:xfrm>
            <a:off x="772850" y="2635375"/>
            <a:ext cx="479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5" name="Google Shape;135;p18"/>
          <p:cNvSpPr txBox="1"/>
          <p:nvPr>
            <p:ph idx="14" type="title"/>
          </p:nvPr>
        </p:nvSpPr>
        <p:spPr>
          <a:xfrm>
            <a:off x="772850" y="3212025"/>
            <a:ext cx="479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8"/>
          <p:cNvSpPr txBox="1"/>
          <p:nvPr>
            <p:ph idx="15" type="title"/>
          </p:nvPr>
        </p:nvSpPr>
        <p:spPr>
          <a:xfrm>
            <a:off x="772850" y="3788675"/>
            <a:ext cx="479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8"/>
          <p:cNvSpPr txBox="1"/>
          <p:nvPr>
            <p:ph idx="16" type="title"/>
          </p:nvPr>
        </p:nvSpPr>
        <p:spPr>
          <a:xfrm>
            <a:off x="772850" y="4365325"/>
            <a:ext cx="479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8"/>
          <p:cNvSpPr txBox="1"/>
          <p:nvPr>
            <p:ph idx="17" type="subTitle"/>
          </p:nvPr>
        </p:nvSpPr>
        <p:spPr>
          <a:xfrm>
            <a:off x="1252425" y="4721850"/>
            <a:ext cx="388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39" name="Google Shape;139;p1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18"/>
          <p:cNvSpPr txBox="1"/>
          <p:nvPr>
            <p:ph idx="18" type="subTitle"/>
          </p:nvPr>
        </p:nvSpPr>
        <p:spPr>
          <a:xfrm>
            <a:off x="1927325" y="4721850"/>
            <a:ext cx="388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1" name="Google Shape;141;p18"/>
          <p:cNvSpPr txBox="1"/>
          <p:nvPr>
            <p:ph idx="19" type="subTitle"/>
          </p:nvPr>
        </p:nvSpPr>
        <p:spPr>
          <a:xfrm>
            <a:off x="2602225" y="4721850"/>
            <a:ext cx="388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2" name="Google Shape;142;p18"/>
          <p:cNvSpPr txBox="1"/>
          <p:nvPr>
            <p:ph idx="20" type="subTitle"/>
          </p:nvPr>
        </p:nvSpPr>
        <p:spPr>
          <a:xfrm>
            <a:off x="3297063" y="4721850"/>
            <a:ext cx="388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3" name="Google Shape;143;p18"/>
          <p:cNvSpPr txBox="1"/>
          <p:nvPr>
            <p:ph idx="21" type="subTitle"/>
          </p:nvPr>
        </p:nvSpPr>
        <p:spPr>
          <a:xfrm>
            <a:off x="4001838" y="4721850"/>
            <a:ext cx="388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4" name="Google Shape;144;p18"/>
          <p:cNvSpPr txBox="1"/>
          <p:nvPr>
            <p:ph idx="22" type="subTitle"/>
          </p:nvPr>
        </p:nvSpPr>
        <p:spPr>
          <a:xfrm>
            <a:off x="4711450" y="4721850"/>
            <a:ext cx="388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5" name="Google Shape;145;p18"/>
          <p:cNvSpPr txBox="1"/>
          <p:nvPr>
            <p:ph idx="23" type="subTitle"/>
          </p:nvPr>
        </p:nvSpPr>
        <p:spPr>
          <a:xfrm>
            <a:off x="5421113" y="4721850"/>
            <a:ext cx="388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6" name="Google Shape;146;p18"/>
          <p:cNvSpPr txBox="1"/>
          <p:nvPr>
            <p:ph idx="24" type="subTitle"/>
          </p:nvPr>
        </p:nvSpPr>
        <p:spPr>
          <a:xfrm>
            <a:off x="6130788" y="4721850"/>
            <a:ext cx="388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Highlights">
  <p:cSld name="BLANK_1_1_1_1_1_1_1_3_1">
    <p:bg>
      <p:bgPr>
        <a:solidFill>
          <a:schemeClr val="lt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>
            <p:ph idx="1" type="body"/>
          </p:nvPr>
        </p:nvSpPr>
        <p:spPr>
          <a:xfrm>
            <a:off x="5810300" y="1307625"/>
            <a:ext cx="2812500" cy="20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274300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■"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Char char="■"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49" name="Google Shape;149;p19"/>
          <p:cNvSpPr txBox="1"/>
          <p:nvPr>
            <p:ph type="title"/>
          </p:nvPr>
        </p:nvSpPr>
        <p:spPr>
          <a:xfrm>
            <a:off x="520900" y="1748175"/>
            <a:ext cx="23778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28600" spcFirstLastPara="1" rIns="18287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9pPr>
          </a:lstStyle>
          <a:p/>
        </p:txBody>
      </p:sp>
      <p:sp>
        <p:nvSpPr>
          <p:cNvPr id="150" name="Google Shape;150;p19"/>
          <p:cNvSpPr txBox="1"/>
          <p:nvPr>
            <p:ph idx="2" type="title"/>
          </p:nvPr>
        </p:nvSpPr>
        <p:spPr>
          <a:xfrm>
            <a:off x="520900" y="2674400"/>
            <a:ext cx="23778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22860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1" name="Google Shape;151;p19"/>
          <p:cNvSpPr txBox="1"/>
          <p:nvPr>
            <p:ph idx="3" type="subTitle"/>
          </p:nvPr>
        </p:nvSpPr>
        <p:spPr>
          <a:xfrm>
            <a:off x="520900" y="3009500"/>
            <a:ext cx="23778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52" name="Google Shape;152;p19"/>
          <p:cNvSpPr txBox="1"/>
          <p:nvPr>
            <p:ph idx="4" type="title"/>
          </p:nvPr>
        </p:nvSpPr>
        <p:spPr>
          <a:xfrm>
            <a:off x="520900" y="1388975"/>
            <a:ext cx="23778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22860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53" name="Google Shape;153;p19"/>
          <p:cNvSpPr txBox="1"/>
          <p:nvPr>
            <p:ph idx="5" type="title"/>
          </p:nvPr>
        </p:nvSpPr>
        <p:spPr>
          <a:xfrm>
            <a:off x="3167188" y="1748175"/>
            <a:ext cx="23778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28600" spcFirstLastPara="1" rIns="18287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9pPr>
          </a:lstStyle>
          <a:p/>
        </p:txBody>
      </p:sp>
      <p:sp>
        <p:nvSpPr>
          <p:cNvPr id="154" name="Google Shape;154;p19"/>
          <p:cNvSpPr txBox="1"/>
          <p:nvPr>
            <p:ph idx="6" type="title"/>
          </p:nvPr>
        </p:nvSpPr>
        <p:spPr>
          <a:xfrm>
            <a:off x="3167188" y="2674400"/>
            <a:ext cx="23778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22860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5" name="Google Shape;155;p19"/>
          <p:cNvSpPr txBox="1"/>
          <p:nvPr>
            <p:ph idx="7" type="subTitle"/>
          </p:nvPr>
        </p:nvSpPr>
        <p:spPr>
          <a:xfrm>
            <a:off x="3167188" y="3009500"/>
            <a:ext cx="23778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56" name="Google Shape;156;p19"/>
          <p:cNvSpPr txBox="1"/>
          <p:nvPr>
            <p:ph idx="8" type="title"/>
          </p:nvPr>
        </p:nvSpPr>
        <p:spPr>
          <a:xfrm>
            <a:off x="3167188" y="1388975"/>
            <a:ext cx="23778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22860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57" name="Google Shape;157;p19"/>
          <p:cNvSpPr txBox="1"/>
          <p:nvPr>
            <p:ph idx="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58" name="Google Shape;158;p19"/>
          <p:cNvSpPr txBox="1"/>
          <p:nvPr>
            <p:ph idx="13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59" name="Google Shape;159;p19"/>
          <p:cNvSpPr txBox="1"/>
          <p:nvPr>
            <p:ph idx="14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160" name="Google Shape;160;p1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" name="Google Shape;161;p1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1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" name="Google Shape;163;p1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19"/>
          <p:cNvSpPr txBox="1"/>
          <p:nvPr>
            <p:ph idx="1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65" name="Google Shape;165;p19"/>
          <p:cNvSpPr txBox="1"/>
          <p:nvPr>
            <p:ph idx="1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66" name="Google Shape;166;p19"/>
          <p:cNvCxnSpPr/>
          <p:nvPr/>
        </p:nvCxnSpPr>
        <p:spPr>
          <a:xfrm>
            <a:off x="8622700" y="334925"/>
            <a:ext cx="0" cy="4814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19"/>
          <p:cNvSpPr txBox="1"/>
          <p:nvPr>
            <p:ph idx="17" type="title"/>
          </p:nvPr>
        </p:nvSpPr>
        <p:spPr>
          <a:xfrm>
            <a:off x="520900" y="3466625"/>
            <a:ext cx="18486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8" name="Google Shape;168;p19"/>
          <p:cNvSpPr txBox="1"/>
          <p:nvPr>
            <p:ph idx="18" type="subTitle"/>
          </p:nvPr>
        </p:nvSpPr>
        <p:spPr>
          <a:xfrm>
            <a:off x="524135" y="4213926"/>
            <a:ext cx="18486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9" name="Google Shape;169;p19"/>
          <p:cNvSpPr txBox="1"/>
          <p:nvPr>
            <p:ph idx="19" type="title"/>
          </p:nvPr>
        </p:nvSpPr>
        <p:spPr>
          <a:xfrm>
            <a:off x="520900" y="3745642"/>
            <a:ext cx="184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0" name="Google Shape;170;p19"/>
          <p:cNvSpPr txBox="1"/>
          <p:nvPr>
            <p:ph idx="20" type="subTitle"/>
          </p:nvPr>
        </p:nvSpPr>
        <p:spPr>
          <a:xfrm>
            <a:off x="2374473" y="4213926"/>
            <a:ext cx="18486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1" name="Google Shape;171;p19"/>
          <p:cNvSpPr txBox="1"/>
          <p:nvPr>
            <p:ph idx="21" type="title"/>
          </p:nvPr>
        </p:nvSpPr>
        <p:spPr>
          <a:xfrm>
            <a:off x="2371238" y="3745642"/>
            <a:ext cx="184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19"/>
          <p:cNvSpPr txBox="1"/>
          <p:nvPr>
            <p:ph idx="22" type="subTitle"/>
          </p:nvPr>
        </p:nvSpPr>
        <p:spPr>
          <a:xfrm>
            <a:off x="4225138" y="4213928"/>
            <a:ext cx="17646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3" name="Google Shape;173;p19"/>
          <p:cNvSpPr txBox="1"/>
          <p:nvPr>
            <p:ph idx="23" type="title"/>
          </p:nvPr>
        </p:nvSpPr>
        <p:spPr>
          <a:xfrm>
            <a:off x="4222050" y="3745650"/>
            <a:ext cx="1764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19"/>
          <p:cNvSpPr txBox="1"/>
          <p:nvPr>
            <p:ph idx="24" type="subTitle"/>
          </p:nvPr>
        </p:nvSpPr>
        <p:spPr>
          <a:xfrm>
            <a:off x="6772301" y="4214250"/>
            <a:ext cx="18486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75" name="Google Shape;175;p19"/>
          <p:cNvSpPr txBox="1"/>
          <p:nvPr>
            <p:ph idx="25" type="title"/>
          </p:nvPr>
        </p:nvSpPr>
        <p:spPr>
          <a:xfrm>
            <a:off x="6772300" y="3745650"/>
            <a:ext cx="184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Gowun Batang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rational Performance">
  <p:cSld name="BLANK_1_5_1"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4675375" y="3375975"/>
            <a:ext cx="10560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8" name="Google Shape;178;p20"/>
          <p:cNvSpPr txBox="1"/>
          <p:nvPr>
            <p:ph idx="2" type="title"/>
          </p:nvPr>
        </p:nvSpPr>
        <p:spPr>
          <a:xfrm>
            <a:off x="3429275" y="3375975"/>
            <a:ext cx="1244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9" name="Google Shape;179;p20"/>
          <p:cNvSpPr txBox="1"/>
          <p:nvPr>
            <p:ph idx="3" type="title"/>
          </p:nvPr>
        </p:nvSpPr>
        <p:spPr>
          <a:xfrm>
            <a:off x="4675375" y="1475325"/>
            <a:ext cx="10560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0" name="Google Shape;180;p20"/>
          <p:cNvSpPr txBox="1"/>
          <p:nvPr>
            <p:ph idx="4" type="title"/>
          </p:nvPr>
        </p:nvSpPr>
        <p:spPr>
          <a:xfrm>
            <a:off x="4675375" y="2107788"/>
            <a:ext cx="10560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1" name="Google Shape;181;p20"/>
          <p:cNvSpPr txBox="1"/>
          <p:nvPr>
            <p:ph idx="5" type="title"/>
          </p:nvPr>
        </p:nvSpPr>
        <p:spPr>
          <a:xfrm>
            <a:off x="4675375" y="2740325"/>
            <a:ext cx="10560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2" name="Google Shape;182;p20"/>
          <p:cNvSpPr txBox="1"/>
          <p:nvPr>
            <p:ph idx="6" type="title"/>
          </p:nvPr>
        </p:nvSpPr>
        <p:spPr>
          <a:xfrm>
            <a:off x="4675375" y="4007325"/>
            <a:ext cx="10560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3" name="Google Shape;183;p20"/>
          <p:cNvSpPr txBox="1"/>
          <p:nvPr>
            <p:ph idx="7" type="title"/>
          </p:nvPr>
        </p:nvSpPr>
        <p:spPr>
          <a:xfrm>
            <a:off x="3429252" y="1475325"/>
            <a:ext cx="1244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4" name="Google Shape;184;p20"/>
          <p:cNvSpPr txBox="1"/>
          <p:nvPr>
            <p:ph idx="8" type="title"/>
          </p:nvPr>
        </p:nvSpPr>
        <p:spPr>
          <a:xfrm>
            <a:off x="3429252" y="2107275"/>
            <a:ext cx="1244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5" name="Google Shape;185;p20"/>
          <p:cNvSpPr txBox="1"/>
          <p:nvPr>
            <p:ph idx="9" type="title"/>
          </p:nvPr>
        </p:nvSpPr>
        <p:spPr>
          <a:xfrm>
            <a:off x="3429252" y="2742250"/>
            <a:ext cx="1244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6" name="Google Shape;186;p20"/>
          <p:cNvSpPr txBox="1"/>
          <p:nvPr>
            <p:ph idx="13" type="title"/>
          </p:nvPr>
        </p:nvSpPr>
        <p:spPr>
          <a:xfrm>
            <a:off x="3429250" y="4008675"/>
            <a:ext cx="12441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7" name="Google Shape;187;p20"/>
          <p:cNvSpPr txBox="1"/>
          <p:nvPr>
            <p:ph idx="14" type="title"/>
          </p:nvPr>
        </p:nvSpPr>
        <p:spPr>
          <a:xfrm>
            <a:off x="2184152" y="1475325"/>
            <a:ext cx="1244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8" name="Google Shape;188;p20"/>
          <p:cNvSpPr txBox="1"/>
          <p:nvPr>
            <p:ph idx="15" type="title"/>
          </p:nvPr>
        </p:nvSpPr>
        <p:spPr>
          <a:xfrm>
            <a:off x="2184152" y="2107275"/>
            <a:ext cx="1244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9" name="Google Shape;189;p20"/>
          <p:cNvSpPr txBox="1"/>
          <p:nvPr>
            <p:ph idx="16" type="title"/>
          </p:nvPr>
        </p:nvSpPr>
        <p:spPr>
          <a:xfrm>
            <a:off x="2184152" y="2742250"/>
            <a:ext cx="1244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0" name="Google Shape;190;p20"/>
          <p:cNvSpPr txBox="1"/>
          <p:nvPr>
            <p:ph idx="17" type="title"/>
          </p:nvPr>
        </p:nvSpPr>
        <p:spPr>
          <a:xfrm>
            <a:off x="2184175" y="3375975"/>
            <a:ext cx="1244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1" name="Google Shape;191;p20"/>
          <p:cNvSpPr txBox="1"/>
          <p:nvPr>
            <p:ph idx="18" type="title"/>
          </p:nvPr>
        </p:nvSpPr>
        <p:spPr>
          <a:xfrm>
            <a:off x="2184150" y="4008675"/>
            <a:ext cx="12441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2" name="Google Shape;192;p20"/>
          <p:cNvSpPr txBox="1"/>
          <p:nvPr>
            <p:ph idx="19" type="title"/>
          </p:nvPr>
        </p:nvSpPr>
        <p:spPr>
          <a:xfrm>
            <a:off x="522075" y="3375513"/>
            <a:ext cx="1661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3" name="Google Shape;193;p20"/>
          <p:cNvSpPr txBox="1"/>
          <p:nvPr>
            <p:ph idx="20" type="title"/>
          </p:nvPr>
        </p:nvSpPr>
        <p:spPr>
          <a:xfrm>
            <a:off x="2183175" y="841675"/>
            <a:ext cx="1244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4" name="Google Shape;194;p20"/>
          <p:cNvSpPr txBox="1"/>
          <p:nvPr>
            <p:ph idx="21" type="title"/>
          </p:nvPr>
        </p:nvSpPr>
        <p:spPr>
          <a:xfrm>
            <a:off x="3429275" y="841675"/>
            <a:ext cx="1244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5" name="Google Shape;195;p20"/>
          <p:cNvSpPr txBox="1"/>
          <p:nvPr>
            <p:ph idx="22" type="title"/>
          </p:nvPr>
        </p:nvSpPr>
        <p:spPr>
          <a:xfrm>
            <a:off x="522075" y="1474600"/>
            <a:ext cx="1661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6" name="Google Shape;196;p20"/>
          <p:cNvSpPr txBox="1"/>
          <p:nvPr>
            <p:ph idx="23" type="title"/>
          </p:nvPr>
        </p:nvSpPr>
        <p:spPr>
          <a:xfrm>
            <a:off x="522075" y="2108563"/>
            <a:ext cx="1661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7" name="Google Shape;197;p20"/>
          <p:cNvSpPr txBox="1"/>
          <p:nvPr>
            <p:ph idx="24" type="title"/>
          </p:nvPr>
        </p:nvSpPr>
        <p:spPr>
          <a:xfrm>
            <a:off x="522075" y="2740413"/>
            <a:ext cx="1661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8" name="Google Shape;198;p20"/>
          <p:cNvSpPr txBox="1"/>
          <p:nvPr>
            <p:ph idx="25" type="title"/>
          </p:nvPr>
        </p:nvSpPr>
        <p:spPr>
          <a:xfrm>
            <a:off x="522075" y="4005674"/>
            <a:ext cx="16611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9" name="Google Shape;199;p20"/>
          <p:cNvSpPr txBox="1"/>
          <p:nvPr>
            <p:ph idx="26" type="title"/>
          </p:nvPr>
        </p:nvSpPr>
        <p:spPr>
          <a:xfrm>
            <a:off x="5731300" y="1475000"/>
            <a:ext cx="28914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27" type="title"/>
          </p:nvPr>
        </p:nvSpPr>
        <p:spPr>
          <a:xfrm>
            <a:off x="5731300" y="2107788"/>
            <a:ext cx="28914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1" name="Google Shape;201;p20"/>
          <p:cNvSpPr txBox="1"/>
          <p:nvPr>
            <p:ph idx="28" type="title"/>
          </p:nvPr>
        </p:nvSpPr>
        <p:spPr>
          <a:xfrm>
            <a:off x="5731300" y="2741150"/>
            <a:ext cx="28914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2" name="Google Shape;202;p20"/>
          <p:cNvSpPr txBox="1"/>
          <p:nvPr>
            <p:ph idx="29" type="title"/>
          </p:nvPr>
        </p:nvSpPr>
        <p:spPr>
          <a:xfrm>
            <a:off x="5731300" y="4011450"/>
            <a:ext cx="2891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3" name="Google Shape;203;p2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20"/>
          <p:cNvSpPr txBox="1"/>
          <p:nvPr>
            <p:ph idx="30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0"/>
          <p:cNvSpPr txBox="1"/>
          <p:nvPr>
            <p:ph idx="31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06" name="Google Shape;206;p2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2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20"/>
          <p:cNvSpPr txBox="1"/>
          <p:nvPr>
            <p:ph idx="32" type="title"/>
          </p:nvPr>
        </p:nvSpPr>
        <p:spPr>
          <a:xfrm>
            <a:off x="5731300" y="3374175"/>
            <a:ext cx="28914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idx="33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ing slide">
  <p:cSld name="CUSTOM_8">
    <p:bg>
      <p:bgPr>
        <a:solidFill>
          <a:schemeClr val="lt2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p21"/>
          <p:cNvCxnSpPr/>
          <p:nvPr/>
        </p:nvCxnSpPr>
        <p:spPr>
          <a:xfrm rot="10800000">
            <a:off x="1040500" y="3903425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21"/>
          <p:cNvSpPr txBox="1"/>
          <p:nvPr>
            <p:ph idx="1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13" name="Google Shape;213;p21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14" name="Google Shape;214;p21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215" name="Google Shape;215;p2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2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21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21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" name="Google Shape;219;p21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21"/>
          <p:cNvSpPr txBox="1"/>
          <p:nvPr>
            <p:ph idx="4" type="body"/>
          </p:nvPr>
        </p:nvSpPr>
        <p:spPr>
          <a:xfrm>
            <a:off x="1821800" y="3903425"/>
            <a:ext cx="41679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182875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221" name="Google Shape;221;p21"/>
          <p:cNvCxnSpPr/>
          <p:nvPr/>
        </p:nvCxnSpPr>
        <p:spPr>
          <a:xfrm rot="10800000">
            <a:off x="1040500" y="4683125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21"/>
          <p:cNvSpPr/>
          <p:nvPr>
            <p:ph idx="5" type="pic"/>
          </p:nvPr>
        </p:nvSpPr>
        <p:spPr>
          <a:xfrm>
            <a:off x="1046150" y="3907375"/>
            <a:ext cx="771600" cy="7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1"/>
          <p:cNvSpPr txBox="1"/>
          <p:nvPr>
            <p:ph type="title"/>
          </p:nvPr>
        </p:nvSpPr>
        <p:spPr>
          <a:xfrm flipH="1">
            <a:off x="1046200" y="722375"/>
            <a:ext cx="5726100" cy="15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Font typeface="Gowun Batang"/>
              <a:buNone/>
              <a:defRPr sz="55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ummary">
  <p:cSld name="BLANK_1_1_1_1_1_1_1_2_1">
    <p:bg>
      <p:bgPr>
        <a:solidFill>
          <a:schemeClr val="lt2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 txBox="1"/>
          <p:nvPr>
            <p:ph type="title"/>
          </p:nvPr>
        </p:nvSpPr>
        <p:spPr>
          <a:xfrm>
            <a:off x="1040950" y="1667775"/>
            <a:ext cx="20220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26" name="Google Shape;226;p22"/>
          <p:cNvSpPr txBox="1"/>
          <p:nvPr>
            <p:ph idx="1" type="body"/>
          </p:nvPr>
        </p:nvSpPr>
        <p:spPr>
          <a:xfrm>
            <a:off x="1041000" y="2309175"/>
            <a:ext cx="20220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27" name="Google Shape;227;p22"/>
          <p:cNvSpPr txBox="1"/>
          <p:nvPr>
            <p:ph idx="2" type="title"/>
          </p:nvPr>
        </p:nvSpPr>
        <p:spPr>
          <a:xfrm>
            <a:off x="3065850" y="1667775"/>
            <a:ext cx="20253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28" name="Google Shape;228;p22"/>
          <p:cNvSpPr txBox="1"/>
          <p:nvPr>
            <p:ph idx="3" type="body"/>
          </p:nvPr>
        </p:nvSpPr>
        <p:spPr>
          <a:xfrm>
            <a:off x="3065900" y="2309175"/>
            <a:ext cx="20253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29" name="Google Shape;229;p22"/>
          <p:cNvSpPr txBox="1"/>
          <p:nvPr>
            <p:ph idx="4" type="title"/>
          </p:nvPr>
        </p:nvSpPr>
        <p:spPr>
          <a:xfrm>
            <a:off x="5090675" y="1667775"/>
            <a:ext cx="2027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30" name="Google Shape;230;p22"/>
          <p:cNvSpPr txBox="1"/>
          <p:nvPr>
            <p:ph idx="5" type="body"/>
          </p:nvPr>
        </p:nvSpPr>
        <p:spPr>
          <a:xfrm>
            <a:off x="5090725" y="2309175"/>
            <a:ext cx="20277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31" name="Google Shape;231;p22"/>
          <p:cNvSpPr txBox="1"/>
          <p:nvPr>
            <p:ph idx="6" type="title"/>
          </p:nvPr>
        </p:nvSpPr>
        <p:spPr>
          <a:xfrm>
            <a:off x="7118725" y="1667775"/>
            <a:ext cx="20253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32" name="Google Shape;232;p22"/>
          <p:cNvSpPr txBox="1"/>
          <p:nvPr>
            <p:ph idx="7" type="body"/>
          </p:nvPr>
        </p:nvSpPr>
        <p:spPr>
          <a:xfrm>
            <a:off x="7118775" y="2309175"/>
            <a:ext cx="20253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33" name="Google Shape;233;p22"/>
          <p:cNvSpPr txBox="1"/>
          <p:nvPr>
            <p:ph idx="8" type="title"/>
          </p:nvPr>
        </p:nvSpPr>
        <p:spPr>
          <a:xfrm>
            <a:off x="1040950" y="3584775"/>
            <a:ext cx="20220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34" name="Google Shape;234;p22"/>
          <p:cNvSpPr txBox="1"/>
          <p:nvPr>
            <p:ph idx="9" type="body"/>
          </p:nvPr>
        </p:nvSpPr>
        <p:spPr>
          <a:xfrm>
            <a:off x="1041000" y="4226175"/>
            <a:ext cx="20220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35" name="Google Shape;235;p22"/>
          <p:cNvSpPr txBox="1"/>
          <p:nvPr>
            <p:ph idx="13" type="title"/>
          </p:nvPr>
        </p:nvSpPr>
        <p:spPr>
          <a:xfrm>
            <a:off x="3065850" y="3584775"/>
            <a:ext cx="20253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36" name="Google Shape;236;p22"/>
          <p:cNvSpPr txBox="1"/>
          <p:nvPr>
            <p:ph idx="14" type="body"/>
          </p:nvPr>
        </p:nvSpPr>
        <p:spPr>
          <a:xfrm>
            <a:off x="3065900" y="4226175"/>
            <a:ext cx="20253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37" name="Google Shape;237;p22"/>
          <p:cNvSpPr txBox="1"/>
          <p:nvPr>
            <p:ph idx="15" type="title"/>
          </p:nvPr>
        </p:nvSpPr>
        <p:spPr>
          <a:xfrm>
            <a:off x="5090675" y="3584775"/>
            <a:ext cx="2027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38" name="Google Shape;238;p22"/>
          <p:cNvSpPr txBox="1"/>
          <p:nvPr>
            <p:ph idx="16" type="body"/>
          </p:nvPr>
        </p:nvSpPr>
        <p:spPr>
          <a:xfrm>
            <a:off x="5090725" y="4226175"/>
            <a:ext cx="20277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39" name="Google Shape;239;p22"/>
          <p:cNvSpPr txBox="1"/>
          <p:nvPr>
            <p:ph idx="17" type="title"/>
          </p:nvPr>
        </p:nvSpPr>
        <p:spPr>
          <a:xfrm>
            <a:off x="7118725" y="3584775"/>
            <a:ext cx="20253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40" name="Google Shape;240;p22"/>
          <p:cNvSpPr txBox="1"/>
          <p:nvPr>
            <p:ph idx="18" type="body"/>
          </p:nvPr>
        </p:nvSpPr>
        <p:spPr>
          <a:xfrm>
            <a:off x="7118775" y="4226175"/>
            <a:ext cx="20253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41" name="Google Shape;241;p22"/>
          <p:cNvSpPr txBox="1"/>
          <p:nvPr>
            <p:ph idx="1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42" name="Google Shape;242;p22"/>
          <p:cNvSpPr txBox="1"/>
          <p:nvPr>
            <p:ph idx="20"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43" name="Google Shape;243;p22"/>
          <p:cNvSpPr txBox="1"/>
          <p:nvPr>
            <p:ph idx="21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44" name="Google Shape;244;p22"/>
          <p:cNvSpPr txBox="1"/>
          <p:nvPr>
            <p:ph idx="2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45" name="Google Shape;245;p22"/>
          <p:cNvSpPr txBox="1"/>
          <p:nvPr>
            <p:ph idx="23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ecutive Team Intro - ALT 1">
  <p:cSld name="BLANK_1_4">
    <p:bg>
      <p:bgPr>
        <a:solidFill>
          <a:schemeClr val="lt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"/>
          <p:cNvSpPr txBox="1"/>
          <p:nvPr>
            <p:ph idx="1" type="subTitle"/>
          </p:nvPr>
        </p:nvSpPr>
        <p:spPr>
          <a:xfrm>
            <a:off x="7876950" y="4432750"/>
            <a:ext cx="12678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48" name="Google Shape;248;p23"/>
          <p:cNvSpPr txBox="1"/>
          <p:nvPr>
            <p:ph idx="2" type="subTitle"/>
          </p:nvPr>
        </p:nvSpPr>
        <p:spPr>
          <a:xfrm>
            <a:off x="6616523" y="4432750"/>
            <a:ext cx="12591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49" name="Google Shape;249;p23"/>
          <p:cNvSpPr txBox="1"/>
          <p:nvPr>
            <p:ph idx="3" type="subTitle"/>
          </p:nvPr>
        </p:nvSpPr>
        <p:spPr>
          <a:xfrm>
            <a:off x="5357423" y="4432750"/>
            <a:ext cx="12591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50" name="Google Shape;250;p23"/>
          <p:cNvSpPr txBox="1"/>
          <p:nvPr>
            <p:ph idx="4" type="subTitle"/>
          </p:nvPr>
        </p:nvSpPr>
        <p:spPr>
          <a:xfrm>
            <a:off x="4097348" y="4432750"/>
            <a:ext cx="12591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51" name="Google Shape;251;p23"/>
          <p:cNvSpPr txBox="1"/>
          <p:nvPr>
            <p:ph idx="5" type="subTitle"/>
          </p:nvPr>
        </p:nvSpPr>
        <p:spPr>
          <a:xfrm>
            <a:off x="2829250" y="4432750"/>
            <a:ext cx="12681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52" name="Google Shape;252;p23"/>
          <p:cNvSpPr txBox="1"/>
          <p:nvPr>
            <p:ph idx="6" type="subTitle"/>
          </p:nvPr>
        </p:nvSpPr>
        <p:spPr>
          <a:xfrm>
            <a:off x="7876950" y="2287525"/>
            <a:ext cx="12678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53" name="Google Shape;253;p23"/>
          <p:cNvSpPr txBox="1"/>
          <p:nvPr>
            <p:ph idx="7" type="subTitle"/>
          </p:nvPr>
        </p:nvSpPr>
        <p:spPr>
          <a:xfrm>
            <a:off x="6616523" y="2287525"/>
            <a:ext cx="12591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54" name="Google Shape;254;p23"/>
          <p:cNvSpPr txBox="1"/>
          <p:nvPr>
            <p:ph idx="8" type="subTitle"/>
          </p:nvPr>
        </p:nvSpPr>
        <p:spPr>
          <a:xfrm>
            <a:off x="5357423" y="2287525"/>
            <a:ext cx="12591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55" name="Google Shape;255;p23"/>
          <p:cNvSpPr txBox="1"/>
          <p:nvPr>
            <p:ph idx="9" type="subTitle"/>
          </p:nvPr>
        </p:nvSpPr>
        <p:spPr>
          <a:xfrm>
            <a:off x="4097348" y="2287525"/>
            <a:ext cx="12591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56" name="Google Shape;256;p23"/>
          <p:cNvSpPr txBox="1"/>
          <p:nvPr>
            <p:ph type="title"/>
          </p:nvPr>
        </p:nvSpPr>
        <p:spPr>
          <a:xfrm>
            <a:off x="519850" y="844700"/>
            <a:ext cx="2309400" cy="21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57" name="Google Shape;257;p23"/>
          <p:cNvSpPr txBox="1"/>
          <p:nvPr>
            <p:ph idx="1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58" name="Google Shape;258;p23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59" name="Google Shape;259;p23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60" name="Google Shape;260;p23"/>
          <p:cNvSpPr txBox="1"/>
          <p:nvPr>
            <p:ph idx="16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261" name="Google Shape;261;p2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2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23"/>
          <p:cNvSpPr txBox="1"/>
          <p:nvPr>
            <p:ph idx="17" type="title"/>
          </p:nvPr>
        </p:nvSpPr>
        <p:spPr>
          <a:xfrm>
            <a:off x="519850" y="2986700"/>
            <a:ext cx="2309400" cy="21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18" type="subTitle"/>
          </p:nvPr>
        </p:nvSpPr>
        <p:spPr>
          <a:xfrm>
            <a:off x="2829250" y="2287525"/>
            <a:ext cx="12681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65" name="Google Shape;265;p23"/>
          <p:cNvSpPr/>
          <p:nvPr>
            <p:ph idx="19" type="pic"/>
          </p:nvPr>
        </p:nvSpPr>
        <p:spPr>
          <a:xfrm>
            <a:off x="2833325" y="844900"/>
            <a:ext cx="1259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23"/>
          <p:cNvSpPr/>
          <p:nvPr>
            <p:ph idx="20" type="pic"/>
          </p:nvPr>
        </p:nvSpPr>
        <p:spPr>
          <a:xfrm>
            <a:off x="410205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23"/>
          <p:cNvSpPr/>
          <p:nvPr>
            <p:ph idx="21" type="pic"/>
          </p:nvPr>
        </p:nvSpPr>
        <p:spPr>
          <a:xfrm>
            <a:off x="536210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23"/>
          <p:cNvSpPr/>
          <p:nvPr>
            <p:ph idx="22" type="pic"/>
          </p:nvPr>
        </p:nvSpPr>
        <p:spPr>
          <a:xfrm>
            <a:off x="662215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23"/>
          <p:cNvSpPr/>
          <p:nvPr>
            <p:ph idx="23" type="pic"/>
          </p:nvPr>
        </p:nvSpPr>
        <p:spPr>
          <a:xfrm>
            <a:off x="7881550" y="844900"/>
            <a:ext cx="12624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70" name="Google Shape;270;p23"/>
          <p:cNvSpPr/>
          <p:nvPr>
            <p:ph idx="24" type="pic"/>
          </p:nvPr>
        </p:nvSpPr>
        <p:spPr>
          <a:xfrm>
            <a:off x="2833325" y="2991250"/>
            <a:ext cx="1259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3"/>
          <p:cNvSpPr/>
          <p:nvPr>
            <p:ph idx="25" type="pic"/>
          </p:nvPr>
        </p:nvSpPr>
        <p:spPr>
          <a:xfrm>
            <a:off x="410205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2" name="Google Shape;272;p23"/>
          <p:cNvSpPr/>
          <p:nvPr>
            <p:ph idx="26" type="pic"/>
          </p:nvPr>
        </p:nvSpPr>
        <p:spPr>
          <a:xfrm>
            <a:off x="536210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23"/>
          <p:cNvSpPr/>
          <p:nvPr>
            <p:ph idx="27" type="pic"/>
          </p:nvPr>
        </p:nvSpPr>
        <p:spPr>
          <a:xfrm>
            <a:off x="662215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4" name="Google Shape;274;p23"/>
          <p:cNvSpPr/>
          <p:nvPr>
            <p:ph idx="28" type="pic"/>
          </p:nvPr>
        </p:nvSpPr>
        <p:spPr>
          <a:xfrm>
            <a:off x="7881550" y="2991250"/>
            <a:ext cx="1262400" cy="144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1">
  <p:cSld name="BLANK_1_1_1_1_1_1_1_1_1_1">
    <p:bg>
      <p:bgPr>
        <a:solidFill>
          <a:schemeClr val="lt2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"/>
          <p:cNvSpPr txBox="1"/>
          <p:nvPr>
            <p:ph type="title"/>
          </p:nvPr>
        </p:nvSpPr>
        <p:spPr>
          <a:xfrm>
            <a:off x="521250" y="841675"/>
            <a:ext cx="1923300" cy="3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182875" wrap="square" tIns="1828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7" name="Google Shape;277;p24"/>
          <p:cNvSpPr txBox="1"/>
          <p:nvPr>
            <p:ph idx="2" type="title"/>
          </p:nvPr>
        </p:nvSpPr>
        <p:spPr>
          <a:xfrm>
            <a:off x="2445150" y="841675"/>
            <a:ext cx="2233200" cy="5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8" name="Google Shape;278;p24"/>
          <p:cNvSpPr txBox="1"/>
          <p:nvPr>
            <p:ph idx="3" type="title"/>
          </p:nvPr>
        </p:nvSpPr>
        <p:spPr>
          <a:xfrm>
            <a:off x="4678600" y="841675"/>
            <a:ext cx="2233200" cy="5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4" type="title"/>
          </p:nvPr>
        </p:nvSpPr>
        <p:spPr>
          <a:xfrm>
            <a:off x="6912050" y="841675"/>
            <a:ext cx="2233200" cy="5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idx="1" type="body"/>
          </p:nvPr>
        </p:nvSpPr>
        <p:spPr>
          <a:xfrm>
            <a:off x="2444900" y="1411425"/>
            <a:ext cx="22332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81" name="Google Shape;281;p24"/>
          <p:cNvSpPr txBox="1"/>
          <p:nvPr>
            <p:ph idx="5" type="body"/>
          </p:nvPr>
        </p:nvSpPr>
        <p:spPr>
          <a:xfrm>
            <a:off x="6913250" y="1411425"/>
            <a:ext cx="22332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82" name="Google Shape;282;p24"/>
          <p:cNvSpPr txBox="1"/>
          <p:nvPr>
            <p:ph idx="6" type="title"/>
          </p:nvPr>
        </p:nvSpPr>
        <p:spPr>
          <a:xfrm>
            <a:off x="7583463" y="434847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7" type="subTitle"/>
          </p:nvPr>
        </p:nvSpPr>
        <p:spPr>
          <a:xfrm>
            <a:off x="6912288" y="2678875"/>
            <a:ext cx="14271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4" name="Google Shape;284;p24"/>
          <p:cNvSpPr txBox="1"/>
          <p:nvPr>
            <p:ph idx="8" type="subTitle"/>
          </p:nvPr>
        </p:nvSpPr>
        <p:spPr>
          <a:xfrm>
            <a:off x="6912288" y="3348375"/>
            <a:ext cx="14271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5" name="Google Shape;285;p24"/>
          <p:cNvSpPr txBox="1"/>
          <p:nvPr>
            <p:ph idx="9" type="subTitle"/>
          </p:nvPr>
        </p:nvSpPr>
        <p:spPr>
          <a:xfrm>
            <a:off x="6912288" y="4016025"/>
            <a:ext cx="14271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6" name="Google Shape;286;p24"/>
          <p:cNvSpPr txBox="1"/>
          <p:nvPr>
            <p:ph idx="13" type="title"/>
          </p:nvPr>
        </p:nvSpPr>
        <p:spPr>
          <a:xfrm>
            <a:off x="7583463" y="3680400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7" name="Google Shape;287;p24"/>
          <p:cNvSpPr txBox="1"/>
          <p:nvPr>
            <p:ph idx="14" type="title"/>
          </p:nvPr>
        </p:nvSpPr>
        <p:spPr>
          <a:xfrm>
            <a:off x="7583463" y="301227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8" name="Google Shape;288;p24"/>
          <p:cNvSpPr txBox="1"/>
          <p:nvPr>
            <p:ph idx="15" type="title"/>
          </p:nvPr>
        </p:nvSpPr>
        <p:spPr>
          <a:xfrm>
            <a:off x="8535075" y="26771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9" name="Google Shape;289;p24"/>
          <p:cNvSpPr txBox="1"/>
          <p:nvPr>
            <p:ph idx="16" type="title"/>
          </p:nvPr>
        </p:nvSpPr>
        <p:spPr>
          <a:xfrm>
            <a:off x="8535075" y="33483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0" name="Google Shape;290;p24"/>
          <p:cNvSpPr txBox="1"/>
          <p:nvPr>
            <p:ph idx="17" type="title"/>
          </p:nvPr>
        </p:nvSpPr>
        <p:spPr>
          <a:xfrm>
            <a:off x="8535075" y="40133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1" name="Google Shape;291;p24"/>
          <p:cNvSpPr txBox="1"/>
          <p:nvPr>
            <p:ph idx="18" type="title"/>
          </p:nvPr>
        </p:nvSpPr>
        <p:spPr>
          <a:xfrm>
            <a:off x="5349963" y="434847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92" name="Google Shape;292;p24"/>
          <p:cNvSpPr txBox="1"/>
          <p:nvPr>
            <p:ph idx="19" type="subTitle"/>
          </p:nvPr>
        </p:nvSpPr>
        <p:spPr>
          <a:xfrm>
            <a:off x="4678788" y="2678875"/>
            <a:ext cx="14271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93" name="Google Shape;293;p24"/>
          <p:cNvSpPr txBox="1"/>
          <p:nvPr>
            <p:ph idx="20" type="subTitle"/>
          </p:nvPr>
        </p:nvSpPr>
        <p:spPr>
          <a:xfrm>
            <a:off x="4678788" y="3348375"/>
            <a:ext cx="14271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94" name="Google Shape;294;p24"/>
          <p:cNvSpPr txBox="1"/>
          <p:nvPr>
            <p:ph idx="21" type="subTitle"/>
          </p:nvPr>
        </p:nvSpPr>
        <p:spPr>
          <a:xfrm>
            <a:off x="4678788" y="4016025"/>
            <a:ext cx="14271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95" name="Google Shape;295;p24"/>
          <p:cNvSpPr txBox="1"/>
          <p:nvPr>
            <p:ph idx="22" type="title"/>
          </p:nvPr>
        </p:nvSpPr>
        <p:spPr>
          <a:xfrm>
            <a:off x="5349963" y="3680400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96" name="Google Shape;296;p24"/>
          <p:cNvSpPr txBox="1"/>
          <p:nvPr>
            <p:ph idx="23" type="title"/>
          </p:nvPr>
        </p:nvSpPr>
        <p:spPr>
          <a:xfrm>
            <a:off x="5349963" y="301227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24" type="title"/>
          </p:nvPr>
        </p:nvSpPr>
        <p:spPr>
          <a:xfrm>
            <a:off x="3112275" y="434847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98" name="Google Shape;298;p24"/>
          <p:cNvSpPr txBox="1"/>
          <p:nvPr>
            <p:ph idx="25" type="subTitle"/>
          </p:nvPr>
        </p:nvSpPr>
        <p:spPr>
          <a:xfrm>
            <a:off x="2441100" y="2678875"/>
            <a:ext cx="14271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99" name="Google Shape;299;p24"/>
          <p:cNvSpPr txBox="1"/>
          <p:nvPr>
            <p:ph idx="26" type="subTitle"/>
          </p:nvPr>
        </p:nvSpPr>
        <p:spPr>
          <a:xfrm>
            <a:off x="2441100" y="3348375"/>
            <a:ext cx="14271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27" type="subTitle"/>
          </p:nvPr>
        </p:nvSpPr>
        <p:spPr>
          <a:xfrm>
            <a:off x="2441100" y="4016025"/>
            <a:ext cx="14271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01" name="Google Shape;301;p24"/>
          <p:cNvSpPr txBox="1"/>
          <p:nvPr>
            <p:ph idx="28" type="title"/>
          </p:nvPr>
        </p:nvSpPr>
        <p:spPr>
          <a:xfrm>
            <a:off x="3112275" y="3680400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02" name="Google Shape;302;p24"/>
          <p:cNvSpPr txBox="1"/>
          <p:nvPr/>
        </p:nvSpPr>
        <p:spPr>
          <a:xfrm>
            <a:off x="5762125" y="33463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8287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  <a:t>00%</a:t>
            </a:r>
            <a:endParaRPr b="0" i="0" sz="1000" u="none" cap="none" strike="noStrike">
              <a:solidFill>
                <a:schemeClr val="lt2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03" name="Google Shape;303;p24"/>
          <p:cNvSpPr txBox="1"/>
          <p:nvPr>
            <p:ph idx="2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04" name="Google Shape;304;p24"/>
          <p:cNvSpPr txBox="1"/>
          <p:nvPr>
            <p:ph idx="30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05" name="Google Shape;305;p24"/>
          <p:cNvSpPr txBox="1"/>
          <p:nvPr>
            <p:ph idx="31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06" name="Google Shape;306;p2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p2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24"/>
          <p:cNvSpPr txBox="1"/>
          <p:nvPr>
            <p:ph idx="32" type="title"/>
          </p:nvPr>
        </p:nvSpPr>
        <p:spPr>
          <a:xfrm flipH="1">
            <a:off x="524150" y="334900"/>
            <a:ext cx="62487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09" name="Google Shape;309;p24"/>
          <p:cNvSpPr txBox="1"/>
          <p:nvPr>
            <p:ph idx="33" type="title"/>
          </p:nvPr>
        </p:nvSpPr>
        <p:spPr>
          <a:xfrm>
            <a:off x="3112275" y="301227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34" type="title"/>
          </p:nvPr>
        </p:nvSpPr>
        <p:spPr>
          <a:xfrm>
            <a:off x="4067600" y="26771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35" type="title"/>
          </p:nvPr>
        </p:nvSpPr>
        <p:spPr>
          <a:xfrm>
            <a:off x="4067600" y="33483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36" type="title"/>
          </p:nvPr>
        </p:nvSpPr>
        <p:spPr>
          <a:xfrm>
            <a:off x="4067600" y="40133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37" type="title"/>
          </p:nvPr>
        </p:nvSpPr>
        <p:spPr>
          <a:xfrm>
            <a:off x="6301575" y="26771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38" type="title"/>
          </p:nvPr>
        </p:nvSpPr>
        <p:spPr>
          <a:xfrm>
            <a:off x="6301575" y="33483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39" type="title"/>
          </p:nvPr>
        </p:nvSpPr>
        <p:spPr>
          <a:xfrm>
            <a:off x="6301575" y="40133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tatus">
  <p:cSld name="BLANK_1_1_1_1_1_1_1_2_2">
    <p:bg>
      <p:bgPr>
        <a:solidFill>
          <a:schemeClr val="dk2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5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8" name="Google Shape;318;p25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9" name="Google Shape;319;p2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2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25"/>
          <p:cNvSpPr txBox="1"/>
          <p:nvPr>
            <p:ph idx="2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4" type="subTitle"/>
          </p:nvPr>
        </p:nvSpPr>
        <p:spPr>
          <a:xfrm>
            <a:off x="1303550" y="1309275"/>
            <a:ext cx="26070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457200" wrap="square" tIns="91425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24" name="Google Shape;324;p25"/>
          <p:cNvSpPr txBox="1"/>
          <p:nvPr>
            <p:ph idx="5" type="subTitle"/>
          </p:nvPr>
        </p:nvSpPr>
        <p:spPr>
          <a:xfrm>
            <a:off x="5223450" y="1309275"/>
            <a:ext cx="26070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457200" wrap="square" tIns="91425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25" name="Google Shape;325;p25"/>
          <p:cNvSpPr txBox="1"/>
          <p:nvPr>
            <p:ph idx="6" type="subTitle"/>
          </p:nvPr>
        </p:nvSpPr>
        <p:spPr>
          <a:xfrm>
            <a:off x="1285875" y="3355600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26" name="Google Shape;326;p25"/>
          <p:cNvSpPr txBox="1"/>
          <p:nvPr>
            <p:ph idx="7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8" type="subTitle"/>
          </p:nvPr>
        </p:nvSpPr>
        <p:spPr>
          <a:xfrm>
            <a:off x="1285875" y="3690238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9" type="subTitle"/>
          </p:nvPr>
        </p:nvSpPr>
        <p:spPr>
          <a:xfrm>
            <a:off x="1285875" y="4029388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13" type="subTitle"/>
          </p:nvPr>
        </p:nvSpPr>
        <p:spPr>
          <a:xfrm>
            <a:off x="1285875" y="4368550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14" type="subTitle"/>
          </p:nvPr>
        </p:nvSpPr>
        <p:spPr>
          <a:xfrm>
            <a:off x="3415750" y="3353575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15" type="subTitle"/>
          </p:nvPr>
        </p:nvSpPr>
        <p:spPr>
          <a:xfrm>
            <a:off x="3415750" y="3688213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16" type="subTitle"/>
          </p:nvPr>
        </p:nvSpPr>
        <p:spPr>
          <a:xfrm>
            <a:off x="3415750" y="4027363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33" name="Google Shape;333;p25"/>
          <p:cNvSpPr txBox="1"/>
          <p:nvPr>
            <p:ph idx="17" type="subTitle"/>
          </p:nvPr>
        </p:nvSpPr>
        <p:spPr>
          <a:xfrm>
            <a:off x="3415750" y="4366525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34" name="Google Shape;334;p25"/>
          <p:cNvSpPr txBox="1"/>
          <p:nvPr>
            <p:ph idx="18" type="subTitle"/>
          </p:nvPr>
        </p:nvSpPr>
        <p:spPr>
          <a:xfrm>
            <a:off x="7383000" y="3353575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35" name="Google Shape;335;p25"/>
          <p:cNvSpPr txBox="1"/>
          <p:nvPr>
            <p:ph idx="19" type="subTitle"/>
          </p:nvPr>
        </p:nvSpPr>
        <p:spPr>
          <a:xfrm>
            <a:off x="7383000" y="3688213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36" name="Google Shape;336;p25"/>
          <p:cNvSpPr txBox="1"/>
          <p:nvPr>
            <p:ph idx="20" type="subTitle"/>
          </p:nvPr>
        </p:nvSpPr>
        <p:spPr>
          <a:xfrm>
            <a:off x="7383000" y="4027363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37" name="Google Shape;337;p25"/>
          <p:cNvSpPr txBox="1"/>
          <p:nvPr>
            <p:ph idx="21" type="subTitle"/>
          </p:nvPr>
        </p:nvSpPr>
        <p:spPr>
          <a:xfrm>
            <a:off x="7383000" y="4366525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38" name="Google Shape;338;p25"/>
          <p:cNvSpPr txBox="1"/>
          <p:nvPr>
            <p:ph idx="22" type="subTitle"/>
          </p:nvPr>
        </p:nvSpPr>
        <p:spPr>
          <a:xfrm>
            <a:off x="5223450" y="3353575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39" name="Google Shape;339;p25"/>
          <p:cNvSpPr txBox="1"/>
          <p:nvPr>
            <p:ph idx="23" type="subTitle"/>
          </p:nvPr>
        </p:nvSpPr>
        <p:spPr>
          <a:xfrm>
            <a:off x="5223450" y="3688213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40" name="Google Shape;340;p25"/>
          <p:cNvSpPr txBox="1"/>
          <p:nvPr>
            <p:ph idx="24" type="subTitle"/>
          </p:nvPr>
        </p:nvSpPr>
        <p:spPr>
          <a:xfrm>
            <a:off x="5223450" y="4027363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41" name="Google Shape;341;p25"/>
          <p:cNvSpPr txBox="1"/>
          <p:nvPr>
            <p:ph idx="25" type="subTitle"/>
          </p:nvPr>
        </p:nvSpPr>
        <p:spPr>
          <a:xfrm>
            <a:off x="5223450" y="4366525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42" name="Google Shape;342;p25"/>
          <p:cNvSpPr txBox="1"/>
          <p:nvPr>
            <p:ph idx="26" type="body"/>
          </p:nvPr>
        </p:nvSpPr>
        <p:spPr>
          <a:xfrm>
            <a:off x="1285875" y="1826513"/>
            <a:ext cx="3289800" cy="9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3" name="Google Shape;343;p25"/>
          <p:cNvSpPr txBox="1"/>
          <p:nvPr>
            <p:ph idx="27" type="body"/>
          </p:nvPr>
        </p:nvSpPr>
        <p:spPr>
          <a:xfrm>
            <a:off x="5223450" y="1826513"/>
            <a:ext cx="3289800" cy="9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21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deadline">
  <p:cSld name="BLANK_1_1_1_1_1_1_1_2">
    <p:bg>
      <p:bgPr>
        <a:solidFill>
          <a:schemeClr val="lt2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6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46" name="Google Shape;346;p26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347" name="Google Shape;347;p2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8" name="Google Shape;348;p2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26"/>
          <p:cNvSpPr txBox="1"/>
          <p:nvPr>
            <p:ph idx="2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50" name="Google Shape;350;p26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51" name="Google Shape;351;p26"/>
          <p:cNvSpPr txBox="1"/>
          <p:nvPr>
            <p:ph idx="4" type="body"/>
          </p:nvPr>
        </p:nvSpPr>
        <p:spPr>
          <a:xfrm>
            <a:off x="1285875" y="1558900"/>
            <a:ext cx="2803800" cy="24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52" name="Google Shape;352;p26"/>
          <p:cNvSpPr txBox="1"/>
          <p:nvPr>
            <p:ph idx="5" type="subTitle"/>
          </p:nvPr>
        </p:nvSpPr>
        <p:spPr>
          <a:xfrm>
            <a:off x="5196350" y="1462025"/>
            <a:ext cx="23076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53" name="Google Shape;353;p26"/>
          <p:cNvSpPr txBox="1"/>
          <p:nvPr>
            <p:ph idx="6" type="subTitle"/>
          </p:nvPr>
        </p:nvSpPr>
        <p:spPr>
          <a:xfrm>
            <a:off x="5196350" y="1991175"/>
            <a:ext cx="11097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54" name="Google Shape;354;p26"/>
          <p:cNvSpPr txBox="1"/>
          <p:nvPr>
            <p:ph idx="7" type="subTitle"/>
          </p:nvPr>
        </p:nvSpPr>
        <p:spPr>
          <a:xfrm>
            <a:off x="5196350" y="2700175"/>
            <a:ext cx="11097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55" name="Google Shape;355;p26"/>
          <p:cNvSpPr txBox="1"/>
          <p:nvPr>
            <p:ph idx="8" type="subTitle"/>
          </p:nvPr>
        </p:nvSpPr>
        <p:spPr>
          <a:xfrm>
            <a:off x="5196350" y="3520225"/>
            <a:ext cx="11097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56" name="Google Shape;356;p26"/>
          <p:cNvSpPr txBox="1"/>
          <p:nvPr>
            <p:ph idx="9" type="subTitle"/>
          </p:nvPr>
        </p:nvSpPr>
        <p:spPr>
          <a:xfrm>
            <a:off x="5196350" y="4264075"/>
            <a:ext cx="11097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57" name="Google Shape;357;p26"/>
          <p:cNvSpPr txBox="1"/>
          <p:nvPr>
            <p:ph idx="13" type="body"/>
          </p:nvPr>
        </p:nvSpPr>
        <p:spPr>
          <a:xfrm>
            <a:off x="6165050" y="1845825"/>
            <a:ext cx="26424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58" name="Google Shape;358;p26"/>
          <p:cNvSpPr txBox="1"/>
          <p:nvPr>
            <p:ph idx="14" type="body"/>
          </p:nvPr>
        </p:nvSpPr>
        <p:spPr>
          <a:xfrm>
            <a:off x="6165050" y="2631025"/>
            <a:ext cx="26424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59" name="Google Shape;359;p26"/>
          <p:cNvSpPr txBox="1"/>
          <p:nvPr>
            <p:ph idx="15" type="body"/>
          </p:nvPr>
        </p:nvSpPr>
        <p:spPr>
          <a:xfrm>
            <a:off x="6165050" y="3374875"/>
            <a:ext cx="26424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60" name="Google Shape;360;p26"/>
          <p:cNvSpPr txBox="1"/>
          <p:nvPr>
            <p:ph idx="16" type="body"/>
          </p:nvPr>
        </p:nvSpPr>
        <p:spPr>
          <a:xfrm>
            <a:off x="6165050" y="4118725"/>
            <a:ext cx="26424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61" name="Google Shape;361;p26"/>
          <p:cNvSpPr txBox="1"/>
          <p:nvPr>
            <p:ph idx="17" type="subTitle"/>
          </p:nvPr>
        </p:nvSpPr>
        <p:spPr>
          <a:xfrm>
            <a:off x="1356350" y="4384150"/>
            <a:ext cx="24132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Medium"/>
              <a:buNone/>
              <a:defRPr i="1" sz="10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62" name="Google Shape;362;p26"/>
          <p:cNvSpPr txBox="1"/>
          <p:nvPr>
            <p:ph idx="18" type="subTitle"/>
          </p:nvPr>
        </p:nvSpPr>
        <p:spPr>
          <a:xfrm>
            <a:off x="1042428" y="338324"/>
            <a:ext cx="5186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Medium"/>
              <a:buNone/>
              <a:defRPr sz="10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">
  <p:cSld name="BLANK_1_1_1_1_1_1_1_2_3">
    <p:bg>
      <p:bgPr>
        <a:solidFill>
          <a:schemeClr val="lt2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" name="Google Shape;364;p27"/>
          <p:cNvGrpSpPr/>
          <p:nvPr/>
        </p:nvGrpSpPr>
        <p:grpSpPr>
          <a:xfrm rot="5400000">
            <a:off x="596727" y="776873"/>
            <a:ext cx="369896" cy="333900"/>
            <a:chOff x="96076" y="654376"/>
            <a:chExt cx="369896" cy="333900"/>
          </a:xfrm>
        </p:grpSpPr>
        <p:cxnSp>
          <p:nvCxnSpPr>
            <p:cNvPr id="365" name="Google Shape;365;p2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6" name="Google Shape;366;p2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7" name="Google Shape;367;p2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68" name="Google Shape;368;p27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369" name="Google Shape;369;p2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" name="Google Shape;370;p27"/>
          <p:cNvCxnSpPr/>
          <p:nvPr/>
        </p:nvCxnSpPr>
        <p:spPr>
          <a:xfrm>
            <a:off x="1045950" y="334900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" name="Google Shape;371;p2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2" name="Google Shape;372;p2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27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27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p27"/>
          <p:cNvSpPr txBox="1"/>
          <p:nvPr>
            <p:ph idx="1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bg>
      <p:bgPr>
        <a:solidFill>
          <a:schemeClr val="lt2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8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78" name="Google Shape;378;p28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79" name="Google Shape;379;p28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80" name="Google Shape;380;p28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81" name="Google Shape;381;p2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" name="Google Shape;382;p2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28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ark ALT 2">
  <p:cSld name="BLANK_1_2">
    <p:bg>
      <p:bgPr>
        <a:solidFill>
          <a:schemeClr val="dk2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9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6" name="Google Shape;386;p29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7" name="Google Shape;387;p29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89" name="Google Shape;389;p2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0" name="Google Shape;390;p2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1" name="Google Shape;391;p2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2" name="Google Shape;392;p2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3" name="Google Shape;393;p29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 Comment">
  <p:cSld name="BLANK_1_1_1_1_1_1_1_1_2">
    <p:bg>
      <p:bgPr>
        <a:solidFill>
          <a:schemeClr val="lt2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0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396" name="Google Shape;396;p30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97" name="Google Shape;397;p30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98" name="Google Shape;398;p30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99" name="Google Shape;399;p3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3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30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p3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p30"/>
          <p:cNvSpPr txBox="1"/>
          <p:nvPr>
            <p:ph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9142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04" name="Google Shape;404;p30"/>
          <p:cNvSpPr txBox="1"/>
          <p:nvPr>
            <p:ph idx="4" type="subTitle"/>
          </p:nvPr>
        </p:nvSpPr>
        <p:spPr>
          <a:xfrm>
            <a:off x="6773750" y="12526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405" name="Google Shape;405;p30"/>
          <p:cNvSpPr txBox="1"/>
          <p:nvPr>
            <p:ph idx="5" type="body"/>
          </p:nvPr>
        </p:nvSpPr>
        <p:spPr>
          <a:xfrm>
            <a:off x="6773750" y="1633925"/>
            <a:ext cx="1848900" cy="32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06" name="Google Shape;406;p30"/>
          <p:cNvSpPr txBox="1"/>
          <p:nvPr>
            <p:ph idx="6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Growth">
  <p:cSld name="CUSTOM_4">
    <p:bg>
      <p:bgPr>
        <a:solidFill>
          <a:schemeClr val="lt2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1"/>
          <p:cNvSpPr txBox="1"/>
          <p:nvPr>
            <p:ph idx="1" type="body"/>
          </p:nvPr>
        </p:nvSpPr>
        <p:spPr>
          <a:xfrm>
            <a:off x="6270725" y="3025600"/>
            <a:ext cx="2874600" cy="142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09" name="Google Shape;409;p31"/>
          <p:cNvSpPr txBox="1"/>
          <p:nvPr>
            <p:ph idx="2" type="body"/>
          </p:nvPr>
        </p:nvSpPr>
        <p:spPr>
          <a:xfrm>
            <a:off x="3403050" y="2668875"/>
            <a:ext cx="2868000" cy="178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10" name="Google Shape;410;p31"/>
          <p:cNvSpPr txBox="1"/>
          <p:nvPr>
            <p:ph idx="3" type="body"/>
          </p:nvPr>
        </p:nvSpPr>
        <p:spPr>
          <a:xfrm>
            <a:off x="521250" y="3426700"/>
            <a:ext cx="28803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11" name="Google Shape;411;p31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412" name="Google Shape;412;p31"/>
          <p:cNvCxnSpPr/>
          <p:nvPr/>
        </p:nvCxnSpPr>
        <p:spPr>
          <a:xfrm>
            <a:off x="3401654" y="841987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31"/>
          <p:cNvCxnSpPr/>
          <p:nvPr/>
        </p:nvCxnSpPr>
        <p:spPr>
          <a:xfrm>
            <a:off x="6271043" y="841987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4" name="Google Shape;414;p31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15" name="Google Shape;415;p31"/>
          <p:cNvSpPr txBox="1"/>
          <p:nvPr>
            <p:ph idx="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16" name="Google Shape;416;p31"/>
          <p:cNvSpPr txBox="1"/>
          <p:nvPr>
            <p:ph idx="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417" name="Google Shape;417;p3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" name="Google Shape;418;p3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9" name="Google Shape;419;p3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0" name="Google Shape;420;p3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" name="Google Shape;421;p31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2" name="Google Shape;422;p31"/>
          <p:cNvSpPr txBox="1"/>
          <p:nvPr>
            <p:ph idx="7" type="title"/>
          </p:nvPr>
        </p:nvSpPr>
        <p:spPr>
          <a:xfrm>
            <a:off x="521250" y="2093850"/>
            <a:ext cx="28785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274300" lIns="91425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423" name="Google Shape;423;p31"/>
          <p:cNvSpPr txBox="1"/>
          <p:nvPr>
            <p:ph idx="8" type="subTitle"/>
          </p:nvPr>
        </p:nvSpPr>
        <p:spPr>
          <a:xfrm>
            <a:off x="521250" y="2976675"/>
            <a:ext cx="28803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24" name="Google Shape;424;p31"/>
          <p:cNvSpPr txBox="1"/>
          <p:nvPr>
            <p:ph idx="9" type="title"/>
          </p:nvPr>
        </p:nvSpPr>
        <p:spPr>
          <a:xfrm>
            <a:off x="3400925" y="1336050"/>
            <a:ext cx="28680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274300" lIns="91425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425" name="Google Shape;425;p31"/>
          <p:cNvSpPr txBox="1"/>
          <p:nvPr>
            <p:ph idx="13" type="subTitle"/>
          </p:nvPr>
        </p:nvSpPr>
        <p:spPr>
          <a:xfrm>
            <a:off x="3400925" y="2218875"/>
            <a:ext cx="28698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26" name="Google Shape;426;p31"/>
          <p:cNvSpPr txBox="1"/>
          <p:nvPr>
            <p:ph idx="14" type="title"/>
          </p:nvPr>
        </p:nvSpPr>
        <p:spPr>
          <a:xfrm>
            <a:off x="6271375" y="1172250"/>
            <a:ext cx="28728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74300" lIns="182875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427" name="Google Shape;427;p31"/>
          <p:cNvSpPr txBox="1"/>
          <p:nvPr>
            <p:ph idx="15" type="subTitle"/>
          </p:nvPr>
        </p:nvSpPr>
        <p:spPr>
          <a:xfrm>
            <a:off x="6271375" y="2021749"/>
            <a:ext cx="2874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28" name="Google Shape;428;p31"/>
          <p:cNvSpPr txBox="1"/>
          <p:nvPr>
            <p:ph idx="16" type="subTitle"/>
          </p:nvPr>
        </p:nvSpPr>
        <p:spPr>
          <a:xfrm>
            <a:off x="6271125" y="2455800"/>
            <a:ext cx="28746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29" name="Google Shape;429;p31"/>
          <p:cNvSpPr txBox="1"/>
          <p:nvPr>
            <p:ph idx="17" type="subTitle"/>
          </p:nvPr>
        </p:nvSpPr>
        <p:spPr>
          <a:xfrm>
            <a:off x="6271125" y="2840775"/>
            <a:ext cx="287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430" name="Google Shape;430;p31"/>
          <p:cNvSpPr txBox="1"/>
          <p:nvPr>
            <p:ph idx="18" type="title"/>
          </p:nvPr>
        </p:nvSpPr>
        <p:spPr>
          <a:xfrm>
            <a:off x="6271375" y="4552825"/>
            <a:ext cx="28728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1" name="Google Shape;431;p31"/>
          <p:cNvSpPr txBox="1"/>
          <p:nvPr>
            <p:ph idx="19" type="title"/>
          </p:nvPr>
        </p:nvSpPr>
        <p:spPr>
          <a:xfrm>
            <a:off x="3401750" y="4552825"/>
            <a:ext cx="28680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2" name="Google Shape;432;p31"/>
          <p:cNvSpPr txBox="1"/>
          <p:nvPr>
            <p:ph idx="20" type="title"/>
          </p:nvPr>
        </p:nvSpPr>
        <p:spPr>
          <a:xfrm>
            <a:off x="521625" y="4552825"/>
            <a:ext cx="2878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riorities">
  <p:cSld name="CUSTOM_5">
    <p:bg>
      <p:bgPr>
        <a:solidFill>
          <a:schemeClr val="lt1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2"/>
          <p:cNvSpPr txBox="1"/>
          <p:nvPr>
            <p:ph idx="1" type="body"/>
          </p:nvPr>
        </p:nvSpPr>
        <p:spPr>
          <a:xfrm>
            <a:off x="1043525" y="2532675"/>
            <a:ext cx="1958400" cy="10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cxnSp>
        <p:nvCxnSpPr>
          <p:cNvPr id="435" name="Google Shape;435;p32"/>
          <p:cNvCxnSpPr/>
          <p:nvPr/>
        </p:nvCxnSpPr>
        <p:spPr>
          <a:xfrm>
            <a:off x="8622700" y="334950"/>
            <a:ext cx="0" cy="4805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6" name="Google Shape;436;p32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7" name="Google Shape;437;p32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8" name="Google Shape;438;p32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439" name="Google Shape;439;p3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" name="Google Shape;440;p3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3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" name="Google Shape;442;p32"/>
          <p:cNvSpPr txBox="1"/>
          <p:nvPr>
            <p:ph type="title"/>
          </p:nvPr>
        </p:nvSpPr>
        <p:spPr>
          <a:xfrm>
            <a:off x="3003325" y="615200"/>
            <a:ext cx="2667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43" name="Google Shape;443;p32"/>
          <p:cNvSpPr txBox="1"/>
          <p:nvPr>
            <p:ph idx="5" type="title"/>
          </p:nvPr>
        </p:nvSpPr>
        <p:spPr>
          <a:xfrm>
            <a:off x="3003325" y="961950"/>
            <a:ext cx="2667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44" name="Google Shape;444;p32"/>
          <p:cNvSpPr txBox="1"/>
          <p:nvPr>
            <p:ph idx="6" type="title"/>
          </p:nvPr>
        </p:nvSpPr>
        <p:spPr>
          <a:xfrm>
            <a:off x="3003325" y="1310800"/>
            <a:ext cx="2667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45" name="Google Shape;445;p32"/>
          <p:cNvSpPr txBox="1"/>
          <p:nvPr>
            <p:ph idx="7" type="title"/>
          </p:nvPr>
        </p:nvSpPr>
        <p:spPr>
          <a:xfrm>
            <a:off x="3003325" y="3820750"/>
            <a:ext cx="2667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46" name="Google Shape;446;p32"/>
          <p:cNvSpPr txBox="1"/>
          <p:nvPr>
            <p:ph idx="8" type="title"/>
          </p:nvPr>
        </p:nvSpPr>
        <p:spPr>
          <a:xfrm>
            <a:off x="3003325" y="4167500"/>
            <a:ext cx="2667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47" name="Google Shape;447;p32"/>
          <p:cNvSpPr txBox="1"/>
          <p:nvPr>
            <p:ph idx="9" type="title"/>
          </p:nvPr>
        </p:nvSpPr>
        <p:spPr>
          <a:xfrm>
            <a:off x="3003325" y="4516350"/>
            <a:ext cx="2667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48" name="Google Shape;448;p32"/>
          <p:cNvSpPr txBox="1"/>
          <p:nvPr>
            <p:ph idx="13" type="title"/>
          </p:nvPr>
        </p:nvSpPr>
        <p:spPr>
          <a:xfrm>
            <a:off x="3003325" y="2226263"/>
            <a:ext cx="2667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49" name="Google Shape;449;p32"/>
          <p:cNvSpPr txBox="1"/>
          <p:nvPr>
            <p:ph idx="14" type="title"/>
          </p:nvPr>
        </p:nvSpPr>
        <p:spPr>
          <a:xfrm>
            <a:off x="3003325" y="2573013"/>
            <a:ext cx="2667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50" name="Google Shape;450;p32"/>
          <p:cNvSpPr txBox="1"/>
          <p:nvPr>
            <p:ph idx="15" type="title"/>
          </p:nvPr>
        </p:nvSpPr>
        <p:spPr>
          <a:xfrm>
            <a:off x="3003325" y="2921863"/>
            <a:ext cx="2667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51" name="Google Shape;451;p32"/>
          <p:cNvSpPr txBox="1"/>
          <p:nvPr>
            <p:ph idx="16" type="subTitle"/>
          </p:nvPr>
        </p:nvSpPr>
        <p:spPr>
          <a:xfrm>
            <a:off x="5824413" y="613050"/>
            <a:ext cx="2644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2" name="Google Shape;452;p32"/>
          <p:cNvSpPr txBox="1"/>
          <p:nvPr>
            <p:ph idx="17" type="subTitle"/>
          </p:nvPr>
        </p:nvSpPr>
        <p:spPr>
          <a:xfrm>
            <a:off x="5824413" y="961950"/>
            <a:ext cx="2644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3" name="Google Shape;453;p32"/>
          <p:cNvSpPr txBox="1"/>
          <p:nvPr>
            <p:ph idx="18" type="subTitle"/>
          </p:nvPr>
        </p:nvSpPr>
        <p:spPr>
          <a:xfrm>
            <a:off x="5824413" y="1310775"/>
            <a:ext cx="2644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4" name="Google Shape;454;p32"/>
          <p:cNvSpPr txBox="1"/>
          <p:nvPr>
            <p:ph idx="19" type="subTitle"/>
          </p:nvPr>
        </p:nvSpPr>
        <p:spPr>
          <a:xfrm>
            <a:off x="5824413" y="2225213"/>
            <a:ext cx="2644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5" name="Google Shape;455;p32"/>
          <p:cNvSpPr txBox="1"/>
          <p:nvPr>
            <p:ph idx="20" type="subTitle"/>
          </p:nvPr>
        </p:nvSpPr>
        <p:spPr>
          <a:xfrm>
            <a:off x="5824413" y="2574113"/>
            <a:ext cx="2644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6" name="Google Shape;456;p32"/>
          <p:cNvSpPr txBox="1"/>
          <p:nvPr>
            <p:ph idx="21" type="subTitle"/>
          </p:nvPr>
        </p:nvSpPr>
        <p:spPr>
          <a:xfrm>
            <a:off x="5824413" y="2922938"/>
            <a:ext cx="2644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7" name="Google Shape;457;p32"/>
          <p:cNvSpPr txBox="1"/>
          <p:nvPr>
            <p:ph idx="22" type="subTitle"/>
          </p:nvPr>
        </p:nvSpPr>
        <p:spPr>
          <a:xfrm>
            <a:off x="5824413" y="3818625"/>
            <a:ext cx="2644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8" name="Google Shape;458;p32"/>
          <p:cNvSpPr txBox="1"/>
          <p:nvPr>
            <p:ph idx="23" type="subTitle"/>
          </p:nvPr>
        </p:nvSpPr>
        <p:spPr>
          <a:xfrm>
            <a:off x="5824413" y="4167525"/>
            <a:ext cx="2644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9" name="Google Shape;459;p32"/>
          <p:cNvSpPr txBox="1"/>
          <p:nvPr>
            <p:ph idx="24" type="subTitle"/>
          </p:nvPr>
        </p:nvSpPr>
        <p:spPr>
          <a:xfrm>
            <a:off x="5824413" y="4516350"/>
            <a:ext cx="2644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0" name="Google Shape;460;p32"/>
          <p:cNvSpPr txBox="1"/>
          <p:nvPr>
            <p:ph idx="25" type="title"/>
          </p:nvPr>
        </p:nvSpPr>
        <p:spPr>
          <a:xfrm>
            <a:off x="1045225" y="3545525"/>
            <a:ext cx="1958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18287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61" name="Google Shape;461;p32"/>
          <p:cNvSpPr txBox="1"/>
          <p:nvPr>
            <p:ph idx="26" type="body"/>
          </p:nvPr>
        </p:nvSpPr>
        <p:spPr>
          <a:xfrm>
            <a:off x="1043525" y="4174000"/>
            <a:ext cx="19584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62" name="Google Shape;462;p32"/>
          <p:cNvSpPr txBox="1"/>
          <p:nvPr>
            <p:ph idx="27" type="title"/>
          </p:nvPr>
        </p:nvSpPr>
        <p:spPr>
          <a:xfrm>
            <a:off x="1045225" y="350525"/>
            <a:ext cx="1958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18287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63" name="Google Shape;463;p32"/>
          <p:cNvSpPr txBox="1"/>
          <p:nvPr>
            <p:ph idx="28" type="title"/>
          </p:nvPr>
        </p:nvSpPr>
        <p:spPr>
          <a:xfrm>
            <a:off x="1045225" y="1945600"/>
            <a:ext cx="1958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18287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64" name="Google Shape;464;p32"/>
          <p:cNvSpPr txBox="1"/>
          <p:nvPr>
            <p:ph idx="29" type="body"/>
          </p:nvPr>
        </p:nvSpPr>
        <p:spPr>
          <a:xfrm>
            <a:off x="1043513" y="962025"/>
            <a:ext cx="19584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olutions">
  <p:cSld name="CUSTOM_6">
    <p:bg>
      <p:bgPr>
        <a:solidFill>
          <a:schemeClr val="lt2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3"/>
          <p:cNvSpPr txBox="1"/>
          <p:nvPr>
            <p:ph type="title"/>
          </p:nvPr>
        </p:nvSpPr>
        <p:spPr>
          <a:xfrm>
            <a:off x="5481500" y="3864550"/>
            <a:ext cx="4983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SemiBold"/>
              <a:buChar char="●"/>
              <a:defRPr sz="1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67" name="Google Shape;467;p33"/>
          <p:cNvSpPr txBox="1"/>
          <p:nvPr>
            <p:ph idx="2" type="title"/>
          </p:nvPr>
        </p:nvSpPr>
        <p:spPr>
          <a:xfrm>
            <a:off x="5481500" y="1309125"/>
            <a:ext cx="4983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68" name="Google Shape;468;p33"/>
          <p:cNvSpPr txBox="1"/>
          <p:nvPr>
            <p:ph idx="3" type="title"/>
          </p:nvPr>
        </p:nvSpPr>
        <p:spPr>
          <a:xfrm>
            <a:off x="5481500" y="3224825"/>
            <a:ext cx="4983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●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●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69" name="Google Shape;469;p33"/>
          <p:cNvSpPr txBox="1"/>
          <p:nvPr>
            <p:ph idx="4" type="title"/>
          </p:nvPr>
        </p:nvSpPr>
        <p:spPr>
          <a:xfrm>
            <a:off x="5481500" y="2596100"/>
            <a:ext cx="4983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70" name="Google Shape;470;p33"/>
          <p:cNvSpPr txBox="1"/>
          <p:nvPr>
            <p:ph idx="5" type="title"/>
          </p:nvPr>
        </p:nvSpPr>
        <p:spPr>
          <a:xfrm>
            <a:off x="5481500" y="1949300"/>
            <a:ext cx="4983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71" name="Google Shape;471;p33"/>
          <p:cNvSpPr txBox="1"/>
          <p:nvPr>
            <p:ph idx="6" type="title"/>
          </p:nvPr>
        </p:nvSpPr>
        <p:spPr>
          <a:xfrm>
            <a:off x="5481475" y="4504275"/>
            <a:ext cx="4983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72" name="Google Shape;472;p33"/>
          <p:cNvSpPr txBox="1"/>
          <p:nvPr>
            <p:ph idx="1" type="body"/>
          </p:nvPr>
        </p:nvSpPr>
        <p:spPr>
          <a:xfrm>
            <a:off x="2187950" y="1307550"/>
            <a:ext cx="3181200" cy="12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73" name="Google Shape;473;p33"/>
          <p:cNvSpPr txBox="1"/>
          <p:nvPr>
            <p:ph idx="7" type="body"/>
          </p:nvPr>
        </p:nvSpPr>
        <p:spPr>
          <a:xfrm>
            <a:off x="2187950" y="3864550"/>
            <a:ext cx="3181200" cy="127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74" name="Google Shape;474;p33"/>
          <p:cNvSpPr txBox="1"/>
          <p:nvPr>
            <p:ph idx="8" type="body"/>
          </p:nvPr>
        </p:nvSpPr>
        <p:spPr>
          <a:xfrm>
            <a:off x="2187950" y="2596100"/>
            <a:ext cx="3181200" cy="12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475" name="Google Shape;475;p33"/>
          <p:cNvCxnSpPr/>
          <p:nvPr/>
        </p:nvCxnSpPr>
        <p:spPr>
          <a:xfrm rot="10800000">
            <a:off x="520175" y="1307575"/>
            <a:ext cx="862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6" name="Google Shape;476;p33"/>
          <p:cNvSpPr txBox="1"/>
          <p:nvPr>
            <p:ph idx="9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477" name="Google Shape;477;p33"/>
          <p:cNvSpPr txBox="1"/>
          <p:nvPr>
            <p:ph idx="1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478" name="Google Shape;478;p33"/>
          <p:cNvSpPr txBox="1"/>
          <p:nvPr>
            <p:ph idx="1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cxnSp>
        <p:nvCxnSpPr>
          <p:cNvPr id="479" name="Google Shape;479;p3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0" name="Google Shape;480;p3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1" name="Google Shape;481;p3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2" name="Google Shape;482;p33"/>
          <p:cNvSpPr txBox="1"/>
          <p:nvPr>
            <p:ph idx="15" type="title"/>
          </p:nvPr>
        </p:nvSpPr>
        <p:spPr>
          <a:xfrm flipH="1">
            <a:off x="521275" y="347825"/>
            <a:ext cx="62526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83" name="Google Shape;483;p33"/>
          <p:cNvSpPr txBox="1"/>
          <p:nvPr>
            <p:ph idx="16" type="title"/>
          </p:nvPr>
        </p:nvSpPr>
        <p:spPr>
          <a:xfrm>
            <a:off x="521275" y="1307500"/>
            <a:ext cx="1666500" cy="12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84" name="Google Shape;484;p33"/>
          <p:cNvSpPr txBox="1"/>
          <p:nvPr>
            <p:ph idx="17" type="title"/>
          </p:nvPr>
        </p:nvSpPr>
        <p:spPr>
          <a:xfrm>
            <a:off x="521275" y="2595800"/>
            <a:ext cx="1666500" cy="12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85" name="Google Shape;485;p33"/>
          <p:cNvSpPr txBox="1"/>
          <p:nvPr>
            <p:ph idx="18" type="title"/>
          </p:nvPr>
        </p:nvSpPr>
        <p:spPr>
          <a:xfrm>
            <a:off x="521275" y="3866800"/>
            <a:ext cx="1666500" cy="12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86" name="Google Shape;486;p33"/>
          <p:cNvSpPr txBox="1"/>
          <p:nvPr>
            <p:ph idx="19" type="subTitle"/>
          </p:nvPr>
        </p:nvSpPr>
        <p:spPr>
          <a:xfrm>
            <a:off x="6092100" y="1950763"/>
            <a:ext cx="29421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87" name="Google Shape;487;p33"/>
          <p:cNvSpPr txBox="1"/>
          <p:nvPr>
            <p:ph idx="20" type="subTitle"/>
          </p:nvPr>
        </p:nvSpPr>
        <p:spPr>
          <a:xfrm>
            <a:off x="6092100" y="2595825"/>
            <a:ext cx="29421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88" name="Google Shape;488;p33"/>
          <p:cNvSpPr txBox="1"/>
          <p:nvPr>
            <p:ph idx="21" type="subTitle"/>
          </p:nvPr>
        </p:nvSpPr>
        <p:spPr>
          <a:xfrm>
            <a:off x="6092100" y="3225925"/>
            <a:ext cx="29421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89" name="Google Shape;489;p33"/>
          <p:cNvSpPr txBox="1"/>
          <p:nvPr>
            <p:ph idx="22" type="subTitle"/>
          </p:nvPr>
        </p:nvSpPr>
        <p:spPr>
          <a:xfrm>
            <a:off x="6092100" y="3863525"/>
            <a:ext cx="29421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90" name="Google Shape;490;p33"/>
          <p:cNvSpPr txBox="1"/>
          <p:nvPr>
            <p:ph idx="23" type="subTitle"/>
          </p:nvPr>
        </p:nvSpPr>
        <p:spPr>
          <a:xfrm>
            <a:off x="6092100" y="4498790"/>
            <a:ext cx="29421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91" name="Google Shape;491;p33"/>
          <p:cNvSpPr txBox="1"/>
          <p:nvPr>
            <p:ph idx="24" type="subTitle"/>
          </p:nvPr>
        </p:nvSpPr>
        <p:spPr>
          <a:xfrm>
            <a:off x="6092100" y="1305550"/>
            <a:ext cx="29421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Milestones">
  <p:cSld name="CUSTOM_7">
    <p:bg>
      <p:bgPr>
        <a:solidFill>
          <a:schemeClr val="lt2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4"/>
          <p:cNvSpPr txBox="1"/>
          <p:nvPr>
            <p:ph idx="1" type="body"/>
          </p:nvPr>
        </p:nvSpPr>
        <p:spPr>
          <a:xfrm>
            <a:off x="523425" y="3593825"/>
            <a:ext cx="17844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4" name="Google Shape;494;p34"/>
          <p:cNvSpPr txBox="1"/>
          <p:nvPr>
            <p:ph type="title"/>
          </p:nvPr>
        </p:nvSpPr>
        <p:spPr>
          <a:xfrm>
            <a:off x="521250" y="3244950"/>
            <a:ext cx="1786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95" name="Google Shape;495;p34"/>
          <p:cNvSpPr txBox="1"/>
          <p:nvPr>
            <p:ph idx="2" type="body"/>
          </p:nvPr>
        </p:nvSpPr>
        <p:spPr>
          <a:xfrm>
            <a:off x="2679589" y="3593825"/>
            <a:ext cx="1979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6" name="Google Shape;496;p34"/>
          <p:cNvSpPr txBox="1"/>
          <p:nvPr>
            <p:ph idx="3" type="title"/>
          </p:nvPr>
        </p:nvSpPr>
        <p:spPr>
          <a:xfrm>
            <a:off x="2677176" y="3244950"/>
            <a:ext cx="1981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97" name="Google Shape;497;p34"/>
          <p:cNvSpPr txBox="1"/>
          <p:nvPr>
            <p:ph idx="4" type="body"/>
          </p:nvPr>
        </p:nvSpPr>
        <p:spPr>
          <a:xfrm>
            <a:off x="4834747" y="3593825"/>
            <a:ext cx="17823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8" name="Google Shape;498;p34"/>
          <p:cNvSpPr txBox="1"/>
          <p:nvPr>
            <p:ph idx="5" type="title"/>
          </p:nvPr>
        </p:nvSpPr>
        <p:spPr>
          <a:xfrm>
            <a:off x="4832575" y="3244950"/>
            <a:ext cx="17844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99" name="Google Shape;499;p34"/>
          <p:cNvSpPr txBox="1"/>
          <p:nvPr>
            <p:ph idx="6" type="body"/>
          </p:nvPr>
        </p:nvSpPr>
        <p:spPr>
          <a:xfrm>
            <a:off x="6991393" y="3593825"/>
            <a:ext cx="17787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00" name="Google Shape;500;p34"/>
          <p:cNvSpPr txBox="1"/>
          <p:nvPr>
            <p:ph idx="7" type="title"/>
          </p:nvPr>
        </p:nvSpPr>
        <p:spPr>
          <a:xfrm>
            <a:off x="6989225" y="3244950"/>
            <a:ext cx="17808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01" name="Google Shape;501;p34"/>
          <p:cNvSpPr txBox="1"/>
          <p:nvPr>
            <p:ph idx="8" type="title"/>
          </p:nvPr>
        </p:nvSpPr>
        <p:spPr>
          <a:xfrm>
            <a:off x="1237363" y="1756250"/>
            <a:ext cx="7167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02" name="Google Shape;502;p34"/>
          <p:cNvSpPr txBox="1"/>
          <p:nvPr>
            <p:ph idx="9" type="title"/>
          </p:nvPr>
        </p:nvSpPr>
        <p:spPr>
          <a:xfrm>
            <a:off x="1602388" y="1308338"/>
            <a:ext cx="21498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3" name="Google Shape;503;p34"/>
          <p:cNvSpPr txBox="1"/>
          <p:nvPr>
            <p:ph idx="13" type="title"/>
          </p:nvPr>
        </p:nvSpPr>
        <p:spPr>
          <a:xfrm>
            <a:off x="5914438" y="1308338"/>
            <a:ext cx="21498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4" name="Google Shape;504;p34"/>
          <p:cNvSpPr txBox="1"/>
          <p:nvPr>
            <p:ph idx="14" type="title"/>
          </p:nvPr>
        </p:nvSpPr>
        <p:spPr>
          <a:xfrm>
            <a:off x="520175" y="1756250"/>
            <a:ext cx="7167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05" name="Google Shape;505;p34"/>
          <p:cNvSpPr txBox="1"/>
          <p:nvPr>
            <p:ph idx="15" type="title"/>
          </p:nvPr>
        </p:nvSpPr>
        <p:spPr>
          <a:xfrm>
            <a:off x="1953575" y="1756250"/>
            <a:ext cx="723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06" name="Google Shape;506;p34"/>
          <p:cNvSpPr txBox="1"/>
          <p:nvPr>
            <p:ph idx="16" type="title"/>
          </p:nvPr>
        </p:nvSpPr>
        <p:spPr>
          <a:xfrm>
            <a:off x="2677225" y="1756250"/>
            <a:ext cx="7095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07" name="Google Shape;507;p34"/>
          <p:cNvSpPr txBox="1"/>
          <p:nvPr>
            <p:ph idx="17" type="title"/>
          </p:nvPr>
        </p:nvSpPr>
        <p:spPr>
          <a:xfrm>
            <a:off x="3386675" y="1756250"/>
            <a:ext cx="7167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08" name="Google Shape;508;p34"/>
          <p:cNvSpPr txBox="1"/>
          <p:nvPr>
            <p:ph idx="18" type="title"/>
          </p:nvPr>
        </p:nvSpPr>
        <p:spPr>
          <a:xfrm>
            <a:off x="4833800" y="1756250"/>
            <a:ext cx="7167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09" name="Google Shape;509;p34"/>
          <p:cNvSpPr txBox="1"/>
          <p:nvPr>
            <p:ph idx="19" type="title"/>
          </p:nvPr>
        </p:nvSpPr>
        <p:spPr>
          <a:xfrm>
            <a:off x="5549925" y="1756250"/>
            <a:ext cx="7167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10" name="Google Shape;510;p34"/>
          <p:cNvSpPr txBox="1"/>
          <p:nvPr>
            <p:ph idx="20" type="title"/>
          </p:nvPr>
        </p:nvSpPr>
        <p:spPr>
          <a:xfrm>
            <a:off x="6265650" y="1756250"/>
            <a:ext cx="723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11" name="Google Shape;511;p34"/>
          <p:cNvSpPr txBox="1"/>
          <p:nvPr>
            <p:ph idx="21" type="title"/>
          </p:nvPr>
        </p:nvSpPr>
        <p:spPr>
          <a:xfrm>
            <a:off x="6989250" y="1756250"/>
            <a:ext cx="7107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12" name="Google Shape;512;p34"/>
          <p:cNvSpPr txBox="1"/>
          <p:nvPr>
            <p:ph idx="22" type="title"/>
          </p:nvPr>
        </p:nvSpPr>
        <p:spPr>
          <a:xfrm>
            <a:off x="7699825" y="1756250"/>
            <a:ext cx="7167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13" name="Google Shape;513;p34"/>
          <p:cNvSpPr txBox="1"/>
          <p:nvPr>
            <p:ph idx="23" type="title"/>
          </p:nvPr>
        </p:nvSpPr>
        <p:spPr>
          <a:xfrm>
            <a:off x="8416525" y="1756250"/>
            <a:ext cx="7284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14" name="Google Shape;514;p34"/>
          <p:cNvSpPr txBox="1"/>
          <p:nvPr>
            <p:ph idx="2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15" name="Google Shape;515;p34"/>
          <p:cNvSpPr txBox="1"/>
          <p:nvPr>
            <p:ph idx="25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516" name="Google Shape;516;p34"/>
          <p:cNvSpPr txBox="1"/>
          <p:nvPr>
            <p:ph idx="26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517" name="Google Shape;517;p3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8" name="Google Shape;518;p3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9" name="Google Shape;519;p3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0" name="Google Shape;520;p34"/>
          <p:cNvCxnSpPr/>
          <p:nvPr/>
        </p:nvCxnSpPr>
        <p:spPr>
          <a:xfrm>
            <a:off x="521250" y="13075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1" name="Google Shape;521;p34"/>
          <p:cNvSpPr txBox="1"/>
          <p:nvPr>
            <p:ph idx="2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22" name="Google Shape;522;p34"/>
          <p:cNvSpPr txBox="1"/>
          <p:nvPr>
            <p:ph idx="2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23" name="Google Shape;523;p34"/>
          <p:cNvSpPr txBox="1"/>
          <p:nvPr>
            <p:ph idx="29" type="title"/>
          </p:nvPr>
        </p:nvSpPr>
        <p:spPr>
          <a:xfrm>
            <a:off x="3760713" y="1308338"/>
            <a:ext cx="21498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4" name="Google Shape;524;p34"/>
          <p:cNvSpPr txBox="1"/>
          <p:nvPr>
            <p:ph idx="30" type="title"/>
          </p:nvPr>
        </p:nvSpPr>
        <p:spPr>
          <a:xfrm>
            <a:off x="4103475" y="1756250"/>
            <a:ext cx="7311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Milestones - ALT 2">
  <p:cSld name="CUSTOM_7_1">
    <p:bg>
      <p:bgPr>
        <a:solidFill>
          <a:schemeClr val="lt2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5"/>
          <p:cNvSpPr txBox="1"/>
          <p:nvPr>
            <p:ph type="title"/>
          </p:nvPr>
        </p:nvSpPr>
        <p:spPr>
          <a:xfrm>
            <a:off x="7718738" y="1307600"/>
            <a:ext cx="7146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27" name="Google Shape;527;p35"/>
          <p:cNvSpPr txBox="1"/>
          <p:nvPr>
            <p:ph idx="2" type="title"/>
          </p:nvPr>
        </p:nvSpPr>
        <p:spPr>
          <a:xfrm>
            <a:off x="8433150" y="1307600"/>
            <a:ext cx="7146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28" name="Google Shape;528;p35"/>
          <p:cNvSpPr txBox="1"/>
          <p:nvPr>
            <p:ph idx="3" type="title"/>
          </p:nvPr>
        </p:nvSpPr>
        <p:spPr>
          <a:xfrm>
            <a:off x="4860825" y="1307600"/>
            <a:ext cx="7146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29" name="Google Shape;529;p35"/>
          <p:cNvSpPr txBox="1"/>
          <p:nvPr>
            <p:ph idx="4" type="title"/>
          </p:nvPr>
        </p:nvSpPr>
        <p:spPr>
          <a:xfrm>
            <a:off x="5575238" y="1307600"/>
            <a:ext cx="7146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30" name="Google Shape;530;p35"/>
          <p:cNvSpPr txBox="1"/>
          <p:nvPr>
            <p:ph idx="5" type="title"/>
          </p:nvPr>
        </p:nvSpPr>
        <p:spPr>
          <a:xfrm>
            <a:off x="6289688" y="1307600"/>
            <a:ext cx="7146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31" name="Google Shape;531;p35"/>
          <p:cNvSpPr txBox="1"/>
          <p:nvPr>
            <p:ph idx="6" type="title"/>
          </p:nvPr>
        </p:nvSpPr>
        <p:spPr>
          <a:xfrm>
            <a:off x="7004100" y="1307600"/>
            <a:ext cx="7146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32" name="Google Shape;532;p35"/>
          <p:cNvSpPr txBox="1"/>
          <p:nvPr>
            <p:ph idx="7" type="title"/>
          </p:nvPr>
        </p:nvSpPr>
        <p:spPr>
          <a:xfrm>
            <a:off x="2709475" y="1307850"/>
            <a:ext cx="8067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33" name="Google Shape;533;p35"/>
          <p:cNvSpPr txBox="1"/>
          <p:nvPr>
            <p:ph idx="8" type="title"/>
          </p:nvPr>
        </p:nvSpPr>
        <p:spPr>
          <a:xfrm>
            <a:off x="3516175" y="1307575"/>
            <a:ext cx="13446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34" name="Google Shape;534;p35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35" name="Google Shape;535;p35"/>
          <p:cNvSpPr txBox="1"/>
          <p:nvPr>
            <p:ph idx="9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6" name="Google Shape;536;p35"/>
          <p:cNvSpPr txBox="1"/>
          <p:nvPr>
            <p:ph idx="13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537" name="Google Shape;537;p3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8" name="Google Shape;538;p3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9" name="Google Shape;539;p3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0" name="Google Shape;540;p35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41" name="Google Shape;541;p35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42" name="Google Shape;542;p35"/>
          <p:cNvSpPr/>
          <p:nvPr/>
        </p:nvSpPr>
        <p:spPr>
          <a:xfrm rot="-5400000">
            <a:off x="1615375" y="2839725"/>
            <a:ext cx="2994900" cy="8067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543" name="Google Shape;543;p35"/>
          <p:cNvSpPr/>
          <p:nvPr>
            <p:ph idx="16" type="pic"/>
          </p:nvPr>
        </p:nvSpPr>
        <p:spPr>
          <a:xfrm>
            <a:off x="2874250" y="180910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4" name="Google Shape;544;p35"/>
          <p:cNvSpPr txBox="1"/>
          <p:nvPr>
            <p:ph idx="17" type="title"/>
          </p:nvPr>
        </p:nvSpPr>
        <p:spPr>
          <a:xfrm>
            <a:off x="521250" y="1745775"/>
            <a:ext cx="21882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45" name="Google Shape;545;p35"/>
          <p:cNvSpPr txBox="1"/>
          <p:nvPr>
            <p:ph idx="18" type="title"/>
          </p:nvPr>
        </p:nvSpPr>
        <p:spPr>
          <a:xfrm>
            <a:off x="521250" y="2078575"/>
            <a:ext cx="21882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6" name="Google Shape;546;p35"/>
          <p:cNvSpPr txBox="1"/>
          <p:nvPr>
            <p:ph idx="19" type="title"/>
          </p:nvPr>
        </p:nvSpPr>
        <p:spPr>
          <a:xfrm>
            <a:off x="521250" y="2411363"/>
            <a:ext cx="21882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7" name="Google Shape;547;p35"/>
          <p:cNvSpPr txBox="1"/>
          <p:nvPr>
            <p:ph idx="20" type="title"/>
          </p:nvPr>
        </p:nvSpPr>
        <p:spPr>
          <a:xfrm>
            <a:off x="521250" y="2744163"/>
            <a:ext cx="21882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8" name="Google Shape;548;p35"/>
          <p:cNvSpPr txBox="1"/>
          <p:nvPr>
            <p:ph idx="21" type="title"/>
          </p:nvPr>
        </p:nvSpPr>
        <p:spPr>
          <a:xfrm>
            <a:off x="521250" y="3078575"/>
            <a:ext cx="21882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49" name="Google Shape;549;p35"/>
          <p:cNvSpPr txBox="1"/>
          <p:nvPr>
            <p:ph idx="22" type="title"/>
          </p:nvPr>
        </p:nvSpPr>
        <p:spPr>
          <a:xfrm>
            <a:off x="521250" y="3409725"/>
            <a:ext cx="21882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50" name="Google Shape;550;p35"/>
          <p:cNvSpPr txBox="1"/>
          <p:nvPr>
            <p:ph idx="23" type="title"/>
          </p:nvPr>
        </p:nvSpPr>
        <p:spPr>
          <a:xfrm>
            <a:off x="521250" y="3742513"/>
            <a:ext cx="21882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51" name="Google Shape;551;p35"/>
          <p:cNvSpPr txBox="1"/>
          <p:nvPr>
            <p:ph idx="24" type="title"/>
          </p:nvPr>
        </p:nvSpPr>
        <p:spPr>
          <a:xfrm>
            <a:off x="521250" y="4075313"/>
            <a:ext cx="21882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52" name="Google Shape;552;p35"/>
          <p:cNvSpPr txBox="1"/>
          <p:nvPr>
            <p:ph idx="25" type="title"/>
          </p:nvPr>
        </p:nvSpPr>
        <p:spPr>
          <a:xfrm>
            <a:off x="521250" y="4408125"/>
            <a:ext cx="21882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53" name="Google Shape;553;p35"/>
          <p:cNvSpPr/>
          <p:nvPr>
            <p:ph idx="26" type="pic"/>
          </p:nvPr>
        </p:nvSpPr>
        <p:spPr>
          <a:xfrm>
            <a:off x="3146200" y="180910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54" name="Google Shape;554;p35"/>
          <p:cNvSpPr/>
          <p:nvPr>
            <p:ph idx="27" type="pic"/>
          </p:nvPr>
        </p:nvSpPr>
        <p:spPr>
          <a:xfrm>
            <a:off x="2874250" y="21398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55" name="Google Shape;555;p35"/>
          <p:cNvSpPr/>
          <p:nvPr>
            <p:ph idx="28" type="pic"/>
          </p:nvPr>
        </p:nvSpPr>
        <p:spPr>
          <a:xfrm>
            <a:off x="3146200" y="21398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56" name="Google Shape;556;p35"/>
          <p:cNvSpPr/>
          <p:nvPr>
            <p:ph idx="29" type="pic"/>
          </p:nvPr>
        </p:nvSpPr>
        <p:spPr>
          <a:xfrm>
            <a:off x="2874250" y="24706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57" name="Google Shape;557;p35"/>
          <p:cNvSpPr/>
          <p:nvPr>
            <p:ph idx="30" type="pic"/>
          </p:nvPr>
        </p:nvSpPr>
        <p:spPr>
          <a:xfrm>
            <a:off x="2874250" y="27857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58" name="Google Shape;558;p35"/>
          <p:cNvSpPr/>
          <p:nvPr>
            <p:ph idx="31" type="pic"/>
          </p:nvPr>
        </p:nvSpPr>
        <p:spPr>
          <a:xfrm>
            <a:off x="2874250" y="31407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59" name="Google Shape;559;p35"/>
          <p:cNvSpPr/>
          <p:nvPr>
            <p:ph idx="32" type="pic"/>
          </p:nvPr>
        </p:nvSpPr>
        <p:spPr>
          <a:xfrm>
            <a:off x="3146200" y="31407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60" name="Google Shape;560;p35"/>
          <p:cNvSpPr/>
          <p:nvPr>
            <p:ph idx="33" type="pic"/>
          </p:nvPr>
        </p:nvSpPr>
        <p:spPr>
          <a:xfrm>
            <a:off x="2874250" y="3468663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61" name="Google Shape;561;p35"/>
          <p:cNvSpPr/>
          <p:nvPr>
            <p:ph idx="34" type="pic"/>
          </p:nvPr>
        </p:nvSpPr>
        <p:spPr>
          <a:xfrm>
            <a:off x="2874250" y="38063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62" name="Google Shape;562;p35"/>
          <p:cNvSpPr/>
          <p:nvPr>
            <p:ph idx="35" type="pic"/>
          </p:nvPr>
        </p:nvSpPr>
        <p:spPr>
          <a:xfrm>
            <a:off x="3146200" y="38063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63" name="Google Shape;563;p35"/>
          <p:cNvSpPr/>
          <p:nvPr>
            <p:ph idx="36" type="pic"/>
          </p:nvPr>
        </p:nvSpPr>
        <p:spPr>
          <a:xfrm>
            <a:off x="2874250" y="41340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64" name="Google Shape;564;p35"/>
          <p:cNvSpPr/>
          <p:nvPr>
            <p:ph idx="37" type="pic"/>
          </p:nvPr>
        </p:nvSpPr>
        <p:spPr>
          <a:xfrm>
            <a:off x="2874250" y="4471963"/>
            <a:ext cx="205200" cy="205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3">
  <p:cSld name="BLANK_1_1_1_1_1_1_1_1_1_1_1_2_1">
    <p:bg>
      <p:bgPr>
        <a:solidFill>
          <a:schemeClr val="dk2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6"/>
          <p:cNvSpPr txBox="1"/>
          <p:nvPr>
            <p:ph type="title"/>
          </p:nvPr>
        </p:nvSpPr>
        <p:spPr>
          <a:xfrm>
            <a:off x="2952000" y="2343725"/>
            <a:ext cx="391800" cy="38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67" name="Google Shape;567;p36"/>
          <p:cNvSpPr txBox="1"/>
          <p:nvPr>
            <p:ph idx="2" type="title"/>
          </p:nvPr>
        </p:nvSpPr>
        <p:spPr>
          <a:xfrm>
            <a:off x="1042650" y="2343725"/>
            <a:ext cx="391800" cy="38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68" name="Google Shape;568;p36"/>
          <p:cNvSpPr txBox="1"/>
          <p:nvPr>
            <p:ph idx="3" type="title"/>
          </p:nvPr>
        </p:nvSpPr>
        <p:spPr>
          <a:xfrm>
            <a:off x="4867800" y="2343725"/>
            <a:ext cx="391800" cy="38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69" name="Google Shape;569;p36"/>
          <p:cNvSpPr txBox="1"/>
          <p:nvPr>
            <p:ph idx="4" type="title"/>
          </p:nvPr>
        </p:nvSpPr>
        <p:spPr>
          <a:xfrm>
            <a:off x="6772025" y="2343725"/>
            <a:ext cx="391800" cy="38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70" name="Google Shape;570;p36"/>
          <p:cNvSpPr txBox="1"/>
          <p:nvPr>
            <p:ph idx="1" type="subTitle"/>
          </p:nvPr>
        </p:nvSpPr>
        <p:spPr>
          <a:xfrm>
            <a:off x="2951438" y="2726250"/>
            <a:ext cx="19107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182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71" name="Google Shape;571;p36"/>
          <p:cNvSpPr txBox="1"/>
          <p:nvPr>
            <p:ph idx="5" type="body"/>
          </p:nvPr>
        </p:nvSpPr>
        <p:spPr>
          <a:xfrm>
            <a:off x="2953650" y="3368600"/>
            <a:ext cx="19107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2" name="Google Shape;572;p36"/>
          <p:cNvSpPr txBox="1"/>
          <p:nvPr>
            <p:ph idx="6" type="subTitle"/>
          </p:nvPr>
        </p:nvSpPr>
        <p:spPr>
          <a:xfrm>
            <a:off x="1042088" y="2726250"/>
            <a:ext cx="19107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182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73" name="Google Shape;573;p36"/>
          <p:cNvSpPr txBox="1"/>
          <p:nvPr>
            <p:ph idx="7" type="subTitle"/>
          </p:nvPr>
        </p:nvSpPr>
        <p:spPr>
          <a:xfrm>
            <a:off x="4867238" y="2726250"/>
            <a:ext cx="19107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182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74" name="Google Shape;574;p36"/>
          <p:cNvSpPr txBox="1"/>
          <p:nvPr>
            <p:ph idx="8" type="body"/>
          </p:nvPr>
        </p:nvSpPr>
        <p:spPr>
          <a:xfrm>
            <a:off x="1044300" y="3368600"/>
            <a:ext cx="19107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5" name="Google Shape;575;p36"/>
          <p:cNvSpPr txBox="1"/>
          <p:nvPr>
            <p:ph idx="9" type="body"/>
          </p:nvPr>
        </p:nvSpPr>
        <p:spPr>
          <a:xfrm>
            <a:off x="4869450" y="3368600"/>
            <a:ext cx="19107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6" name="Google Shape;576;p36"/>
          <p:cNvSpPr txBox="1"/>
          <p:nvPr>
            <p:ph idx="13" type="subTitle"/>
          </p:nvPr>
        </p:nvSpPr>
        <p:spPr>
          <a:xfrm>
            <a:off x="6771474" y="2726250"/>
            <a:ext cx="18468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182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77" name="Google Shape;577;p36"/>
          <p:cNvSpPr txBox="1"/>
          <p:nvPr>
            <p:ph idx="14" type="body"/>
          </p:nvPr>
        </p:nvSpPr>
        <p:spPr>
          <a:xfrm>
            <a:off x="6773613" y="3368600"/>
            <a:ext cx="18468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8" name="Google Shape;578;p36"/>
          <p:cNvSpPr txBox="1"/>
          <p:nvPr>
            <p:ph idx="15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79" name="Google Shape;579;p36"/>
          <p:cNvSpPr txBox="1"/>
          <p:nvPr>
            <p:ph idx="16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0" name="Google Shape;580;p36"/>
          <p:cNvSpPr txBox="1"/>
          <p:nvPr>
            <p:ph idx="1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1" name="Google Shape;581;p36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82" name="Google Shape;582;p3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3" name="Google Shape;583;p36"/>
          <p:cNvSpPr txBox="1"/>
          <p:nvPr>
            <p:ph idx="19" type="title"/>
          </p:nvPr>
        </p:nvSpPr>
        <p:spPr>
          <a:xfrm flipH="1">
            <a:off x="1046200" y="772500"/>
            <a:ext cx="5726100" cy="15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">
  <p:cSld name="BLANK_4">
    <p:bg>
      <p:bgPr>
        <a:solidFill>
          <a:schemeClr val="lt1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37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586" name="Google Shape;586;p37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7" name="Google Shape;587;p37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8" name="Google Shape;588;p37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9" name="Google Shape;589;p37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0" name="Google Shape;590;p37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1" name="Google Shape;591;p37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2" name="Google Shape;592;p37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93" name="Google Shape;593;p37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18287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4" name="Google Shape;594;p37"/>
          <p:cNvSpPr txBox="1"/>
          <p:nvPr>
            <p:ph idx="1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">
    <p:bg>
      <p:bgPr>
        <a:solidFill>
          <a:schemeClr val="lt2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6" name="Google Shape;596;p38"/>
          <p:cNvGrpSpPr/>
          <p:nvPr/>
        </p:nvGrpSpPr>
        <p:grpSpPr>
          <a:xfrm rot="5400000">
            <a:off x="596065" y="4459673"/>
            <a:ext cx="369896" cy="333900"/>
            <a:chOff x="96076" y="654376"/>
            <a:chExt cx="369896" cy="333900"/>
          </a:xfrm>
        </p:grpSpPr>
        <p:cxnSp>
          <p:nvCxnSpPr>
            <p:cNvPr id="597" name="Google Shape;597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98" name="Google Shape;598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9" name="Google Shape;599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00" name="Google Shape;600;p38"/>
          <p:cNvGrpSpPr/>
          <p:nvPr/>
        </p:nvGrpSpPr>
        <p:grpSpPr>
          <a:xfrm rot="5400000">
            <a:off x="596065" y="3723173"/>
            <a:ext cx="369896" cy="333900"/>
            <a:chOff x="96076" y="654376"/>
            <a:chExt cx="369896" cy="333900"/>
          </a:xfrm>
        </p:grpSpPr>
        <p:cxnSp>
          <p:nvCxnSpPr>
            <p:cNvPr id="601" name="Google Shape;601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2" name="Google Shape;602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03" name="Google Shape;603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04" name="Google Shape;604;p38"/>
          <p:cNvGrpSpPr/>
          <p:nvPr/>
        </p:nvGrpSpPr>
        <p:grpSpPr>
          <a:xfrm rot="5400000">
            <a:off x="596065" y="2986673"/>
            <a:ext cx="369896" cy="333900"/>
            <a:chOff x="96076" y="654376"/>
            <a:chExt cx="369896" cy="333900"/>
          </a:xfrm>
        </p:grpSpPr>
        <p:cxnSp>
          <p:nvCxnSpPr>
            <p:cNvPr id="605" name="Google Shape;605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6" name="Google Shape;606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07" name="Google Shape;607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08" name="Google Shape;608;p38"/>
          <p:cNvGrpSpPr/>
          <p:nvPr/>
        </p:nvGrpSpPr>
        <p:grpSpPr>
          <a:xfrm rot="5400000">
            <a:off x="596065" y="2250173"/>
            <a:ext cx="369896" cy="333900"/>
            <a:chOff x="96076" y="654376"/>
            <a:chExt cx="369896" cy="333900"/>
          </a:xfrm>
        </p:grpSpPr>
        <p:cxnSp>
          <p:nvCxnSpPr>
            <p:cNvPr id="609" name="Google Shape;609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10" name="Google Shape;610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11" name="Google Shape;611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12" name="Google Shape;612;p38"/>
          <p:cNvGrpSpPr/>
          <p:nvPr/>
        </p:nvGrpSpPr>
        <p:grpSpPr>
          <a:xfrm rot="5400000">
            <a:off x="594827" y="1513673"/>
            <a:ext cx="369896" cy="333900"/>
            <a:chOff x="96076" y="654376"/>
            <a:chExt cx="369896" cy="333900"/>
          </a:xfrm>
        </p:grpSpPr>
        <p:cxnSp>
          <p:nvCxnSpPr>
            <p:cNvPr id="613" name="Google Shape;613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14" name="Google Shape;614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15" name="Google Shape;615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16" name="Google Shape;616;p38"/>
          <p:cNvGrpSpPr/>
          <p:nvPr/>
        </p:nvGrpSpPr>
        <p:grpSpPr>
          <a:xfrm rot="5400000">
            <a:off x="594827" y="777173"/>
            <a:ext cx="369896" cy="333900"/>
            <a:chOff x="96076" y="654376"/>
            <a:chExt cx="369896" cy="333900"/>
          </a:xfrm>
        </p:grpSpPr>
        <p:cxnSp>
          <p:nvCxnSpPr>
            <p:cNvPr id="617" name="Google Shape;617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18" name="Google Shape;618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19" name="Google Shape;619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620" name="Google Shape;620;p3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1" name="Google Shape;621;p3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2" name="Google Shape;622;p3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3" name="Google Shape;623;p3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4" name="Google Shape;624;p3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5" name="Google Shape;625;p38"/>
          <p:cNvSpPr txBox="1"/>
          <p:nvPr>
            <p:ph type="title"/>
          </p:nvPr>
        </p:nvSpPr>
        <p:spPr>
          <a:xfrm>
            <a:off x="1042100" y="334925"/>
            <a:ext cx="75765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cxnSp>
        <p:nvCxnSpPr>
          <p:cNvPr id="626" name="Google Shape;626;p38"/>
          <p:cNvCxnSpPr/>
          <p:nvPr/>
        </p:nvCxnSpPr>
        <p:spPr>
          <a:xfrm>
            <a:off x="1045950" y="2053193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7" name="Google Shape;627;p38"/>
          <p:cNvCxnSpPr/>
          <p:nvPr/>
        </p:nvCxnSpPr>
        <p:spPr>
          <a:xfrm>
            <a:off x="1045950" y="2800742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8" name="Google Shape;628;p38"/>
          <p:cNvCxnSpPr/>
          <p:nvPr/>
        </p:nvCxnSpPr>
        <p:spPr>
          <a:xfrm>
            <a:off x="1045950" y="35424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9" name="Google Shape;629;p38"/>
          <p:cNvCxnSpPr/>
          <p:nvPr/>
        </p:nvCxnSpPr>
        <p:spPr>
          <a:xfrm>
            <a:off x="1045950" y="4297588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0" name="Google Shape;630;p38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1" name="Google Shape;631;p38"/>
          <p:cNvSpPr txBox="1"/>
          <p:nvPr>
            <p:ph idx="1" type="subTitle"/>
          </p:nvPr>
        </p:nvSpPr>
        <p:spPr>
          <a:xfrm>
            <a:off x="1042100" y="666250"/>
            <a:ext cx="75819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632" name="Google Shape;632;p38"/>
          <p:cNvSpPr txBox="1"/>
          <p:nvPr>
            <p:ph idx="2" type="subTitle"/>
          </p:nvPr>
        </p:nvSpPr>
        <p:spPr>
          <a:xfrm>
            <a:off x="1042100" y="1307575"/>
            <a:ext cx="75819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633" name="Google Shape;633;p38"/>
          <p:cNvSpPr txBox="1"/>
          <p:nvPr>
            <p:ph idx="3" type="subTitle"/>
          </p:nvPr>
        </p:nvSpPr>
        <p:spPr>
          <a:xfrm>
            <a:off x="1042100" y="2052275"/>
            <a:ext cx="75819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634" name="Google Shape;634;p38"/>
          <p:cNvSpPr txBox="1"/>
          <p:nvPr>
            <p:ph idx="4" type="subTitle"/>
          </p:nvPr>
        </p:nvSpPr>
        <p:spPr>
          <a:xfrm>
            <a:off x="1042100" y="2801150"/>
            <a:ext cx="75819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635" name="Google Shape;635;p38"/>
          <p:cNvSpPr txBox="1"/>
          <p:nvPr>
            <p:ph idx="5" type="subTitle"/>
          </p:nvPr>
        </p:nvSpPr>
        <p:spPr>
          <a:xfrm>
            <a:off x="1042100" y="3542450"/>
            <a:ext cx="75819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636" name="Google Shape;636;p38"/>
          <p:cNvSpPr txBox="1"/>
          <p:nvPr>
            <p:ph idx="6" type="subTitle"/>
          </p:nvPr>
        </p:nvSpPr>
        <p:spPr>
          <a:xfrm>
            <a:off x="1042100" y="4297650"/>
            <a:ext cx="75819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_3">
    <p:bg>
      <p:bgPr>
        <a:solidFill>
          <a:schemeClr val="lt2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8" name="Google Shape;638;p39"/>
          <p:cNvGrpSpPr/>
          <p:nvPr/>
        </p:nvGrpSpPr>
        <p:grpSpPr>
          <a:xfrm rot="5400000">
            <a:off x="593777" y="548798"/>
            <a:ext cx="369896" cy="333900"/>
            <a:chOff x="96076" y="654376"/>
            <a:chExt cx="369896" cy="333900"/>
          </a:xfrm>
        </p:grpSpPr>
        <p:cxnSp>
          <p:nvCxnSpPr>
            <p:cNvPr id="639" name="Google Shape;639;p3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40" name="Google Shape;640;p3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41" name="Google Shape;641;p3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42" name="Google Shape;642;p39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643" name="Google Shape;643;p3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4" name="Google Shape;644;p3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5" name="Google Shape;645;p3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6" name="Google Shape;646;p3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7" name="Google Shape;647;p3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8" name="Google Shape;648;p39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9pPr>
          </a:lstStyle>
          <a:p/>
        </p:txBody>
      </p:sp>
      <p:cxnSp>
        <p:nvCxnSpPr>
          <p:cNvPr id="649" name="Google Shape;649;p39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bg>
      <p:bgPr>
        <a:solidFill>
          <a:schemeClr val="lt2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0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652" name="Google Shape;652;p4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4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p4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p4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6" name="Google Shape;656;p4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6">
    <p:bg>
      <p:bgPr>
        <a:solidFill>
          <a:schemeClr val="lt2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1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659" name="Google Shape;659;p4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0" name="Google Shape;660;p4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1" name="Google Shape;661;p4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2" name="Google Shape;662;p4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3" name="Google Shape;663;p41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4" name="Google Shape;664;p41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665" name="Google Shape;665;p41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666" name="Google Shape;666;p41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3">
  <p:cSld name="BLANK_3">
    <p:bg>
      <p:bgPr>
        <a:solidFill>
          <a:schemeClr val="dk2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8" name="Google Shape;668;p42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669" name="Google Shape;669;p42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0" name="Google Shape;670;p42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1" name="Google Shape;671;p42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2" name="Google Shape;672;p42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3" name="Google Shape;673;p42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4" name="Google Shape;674;p42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5" name="Google Shape;675;p42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76" name="Google Shape;676;p42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18287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7" name="Google Shape;677;p42"/>
          <p:cNvSpPr txBox="1"/>
          <p:nvPr>
            <p:ph idx="1" type="subTitle"/>
          </p:nvPr>
        </p:nvSpPr>
        <p:spPr>
          <a:xfrm>
            <a:off x="521800" y="2782875"/>
            <a:ext cx="810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18287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8" name="Google Shape;678;p42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9" name="Google Shape;679;p42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0" name="Google Shape;680;p42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6">
  <p:cSld name="BLANK_2">
    <p:bg>
      <p:bgPr>
        <a:solidFill>
          <a:schemeClr val="dk2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2" name="Google Shape;682;p43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3" name="Google Shape;683;p43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4" name="Google Shape;684;p43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5" name="Google Shape;685;p43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6" name="Google Shape;686;p43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7" name="Google Shape;687;p43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8" name="Google Shape;688;p43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9" name="Google Shape;689;p43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0" name="Google Shape;690;p43"/>
          <p:cNvSpPr txBox="1"/>
          <p:nvPr>
            <p:ph idx="1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4">
  <p:cSld name="BLANK_2_2">
    <p:bg>
      <p:bgPr>
        <a:solidFill>
          <a:schemeClr val="dk2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44"/>
          <p:cNvSpPr txBox="1"/>
          <p:nvPr>
            <p:ph idx="1" type="subTitle"/>
          </p:nvPr>
        </p:nvSpPr>
        <p:spPr>
          <a:xfrm>
            <a:off x="514575" y="3467000"/>
            <a:ext cx="4057500" cy="5763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3" name="Google Shape;693;p44"/>
          <p:cNvSpPr txBox="1"/>
          <p:nvPr>
            <p:ph idx="2" type="subTitle"/>
          </p:nvPr>
        </p:nvSpPr>
        <p:spPr>
          <a:xfrm>
            <a:off x="4572000" y="3467000"/>
            <a:ext cx="40575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4" name="Google Shape;694;p44"/>
          <p:cNvSpPr txBox="1"/>
          <p:nvPr>
            <p:ph idx="3" type="subTitle"/>
          </p:nvPr>
        </p:nvSpPr>
        <p:spPr>
          <a:xfrm>
            <a:off x="518400" y="4043175"/>
            <a:ext cx="81111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95" name="Google Shape;695;p44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6" name="Google Shape;696;p44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7" name="Google Shape;697;p44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8" name="Google Shape;698;p44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9" name="Google Shape;699;p44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0" name="Google Shape;700;p44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1" name="Google Shape;701;p44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2" name="Google Shape;702;p44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3" name="Google Shape;703;p44"/>
          <p:cNvSpPr txBox="1"/>
          <p:nvPr>
            <p:ph idx="4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5">
  <p:cSld name="BLANK_2_1">
    <p:bg>
      <p:bgPr>
        <a:solidFill>
          <a:schemeClr val="lt1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5" name="Google Shape;705;p45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6" name="Google Shape;706;p45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7" name="Google Shape;707;p45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8" name="Google Shape;708;p45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9" name="Google Shape;709;p45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0" name="Google Shape;710;p45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1" name="Google Shape;711;p45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2" name="Google Shape;712;p45"/>
          <p:cNvSpPr txBox="1"/>
          <p:nvPr>
            <p:ph idx="1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ter"/>
              <a:buNone/>
              <a:defRPr>
                <a:solidFill>
                  <a:schemeClr val="accent6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713" name="Google Shape;713;p45"/>
          <p:cNvSpPr txBox="1"/>
          <p:nvPr>
            <p:ph idx="2" type="subTitle"/>
          </p:nvPr>
        </p:nvSpPr>
        <p:spPr>
          <a:xfrm>
            <a:off x="514575" y="3467000"/>
            <a:ext cx="40575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4" name="Google Shape;714;p45"/>
          <p:cNvSpPr txBox="1"/>
          <p:nvPr>
            <p:ph idx="3" type="subTitle"/>
          </p:nvPr>
        </p:nvSpPr>
        <p:spPr>
          <a:xfrm>
            <a:off x="4572000" y="3467000"/>
            <a:ext cx="4057500" cy="5763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5" name="Google Shape;715;p45"/>
          <p:cNvSpPr txBox="1"/>
          <p:nvPr>
            <p:ph idx="4" type="subTitle"/>
          </p:nvPr>
        </p:nvSpPr>
        <p:spPr>
          <a:xfrm>
            <a:off x="518400" y="4043175"/>
            <a:ext cx="81111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16" name="Google Shape;716;p45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ark ALT">
  <p:cSld name="BLANK_1_5">
    <p:bg>
      <p:bgPr>
        <a:solidFill>
          <a:schemeClr val="lt1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6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9" name="Google Shape;719;p46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0" name="Google Shape;720;p46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1" name="Google Shape;721;p46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22" name="Google Shape;722;p4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3" name="Google Shape;723;p4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4" name="Google Shape;724;p4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5" name="Google Shape;725;p4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6" name="Google Shape;726;p46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ecutive Team Intro - ALT 2">
  <p:cSld name="BLANK_1_3">
    <p:bg>
      <p:bgPr>
        <a:solidFill>
          <a:schemeClr val="lt2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7"/>
          <p:cNvSpPr txBox="1"/>
          <p:nvPr>
            <p:ph idx="1" type="body"/>
          </p:nvPr>
        </p:nvSpPr>
        <p:spPr>
          <a:xfrm>
            <a:off x="4684025" y="3361000"/>
            <a:ext cx="2090100" cy="16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729" name="Google Shape;729;p47"/>
          <p:cNvSpPr txBox="1"/>
          <p:nvPr>
            <p:ph idx="2" type="body"/>
          </p:nvPr>
        </p:nvSpPr>
        <p:spPr>
          <a:xfrm>
            <a:off x="6774125" y="3361250"/>
            <a:ext cx="2370600" cy="16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730" name="Google Shape;730;p47"/>
          <p:cNvSpPr txBox="1"/>
          <p:nvPr>
            <p:ph idx="3" type="body"/>
          </p:nvPr>
        </p:nvSpPr>
        <p:spPr>
          <a:xfrm>
            <a:off x="2597175" y="3361000"/>
            <a:ext cx="2086800" cy="16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731" name="Google Shape;731;p47"/>
          <p:cNvSpPr txBox="1"/>
          <p:nvPr>
            <p:ph idx="4" type="body"/>
          </p:nvPr>
        </p:nvSpPr>
        <p:spPr>
          <a:xfrm>
            <a:off x="520425" y="3361000"/>
            <a:ext cx="2077500" cy="16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732" name="Google Shape;732;p47"/>
          <p:cNvSpPr/>
          <p:nvPr/>
        </p:nvSpPr>
        <p:spPr>
          <a:xfrm rot="-5400000">
            <a:off x="7573550" y="1789950"/>
            <a:ext cx="771000" cy="237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733" name="Google Shape;733;p47"/>
          <p:cNvSpPr/>
          <p:nvPr/>
        </p:nvSpPr>
        <p:spPr>
          <a:xfrm rot="-5400000">
            <a:off x="5343575" y="1930200"/>
            <a:ext cx="771000" cy="209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734" name="Google Shape;734;p47"/>
          <p:cNvSpPr/>
          <p:nvPr/>
        </p:nvSpPr>
        <p:spPr>
          <a:xfrm rot="-5400000">
            <a:off x="3255125" y="1931850"/>
            <a:ext cx="771000" cy="2086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735" name="Google Shape;735;p47"/>
          <p:cNvSpPr/>
          <p:nvPr/>
        </p:nvSpPr>
        <p:spPr>
          <a:xfrm rot="-5400000">
            <a:off x="1173425" y="1936950"/>
            <a:ext cx="771000" cy="2076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736" name="Google Shape;736;p47"/>
          <p:cNvSpPr txBox="1"/>
          <p:nvPr>
            <p:ph idx="5" type="subTitle"/>
          </p:nvPr>
        </p:nvSpPr>
        <p:spPr>
          <a:xfrm>
            <a:off x="520425" y="2589750"/>
            <a:ext cx="2090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37" name="Google Shape;737;p47"/>
          <p:cNvSpPr txBox="1"/>
          <p:nvPr>
            <p:ph idx="6" type="subTitle"/>
          </p:nvPr>
        </p:nvSpPr>
        <p:spPr>
          <a:xfrm>
            <a:off x="2597225" y="2589750"/>
            <a:ext cx="20766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38" name="Google Shape;738;p47"/>
          <p:cNvSpPr txBox="1"/>
          <p:nvPr>
            <p:ph idx="7" type="subTitle"/>
          </p:nvPr>
        </p:nvSpPr>
        <p:spPr>
          <a:xfrm>
            <a:off x="4685675" y="2589750"/>
            <a:ext cx="2090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39" name="Google Shape;739;p47"/>
          <p:cNvSpPr txBox="1"/>
          <p:nvPr>
            <p:ph idx="8" type="subTitle"/>
          </p:nvPr>
        </p:nvSpPr>
        <p:spPr>
          <a:xfrm>
            <a:off x="6773425" y="2589750"/>
            <a:ext cx="23706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40" name="Google Shape;740;p47"/>
          <p:cNvSpPr/>
          <p:nvPr>
            <p:ph idx="9" type="pic"/>
          </p:nvPr>
        </p:nvSpPr>
        <p:spPr>
          <a:xfrm>
            <a:off x="6773402" y="841675"/>
            <a:ext cx="23706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741" name="Google Shape;741;p47"/>
          <p:cNvSpPr/>
          <p:nvPr>
            <p:ph idx="13" type="pic"/>
          </p:nvPr>
        </p:nvSpPr>
        <p:spPr>
          <a:xfrm>
            <a:off x="4685838" y="841675"/>
            <a:ext cx="20868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742" name="Google Shape;742;p47"/>
          <p:cNvSpPr/>
          <p:nvPr>
            <p:ph idx="14" type="pic"/>
          </p:nvPr>
        </p:nvSpPr>
        <p:spPr>
          <a:xfrm>
            <a:off x="2597225" y="841675"/>
            <a:ext cx="20868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743" name="Google Shape;743;p47"/>
          <p:cNvSpPr/>
          <p:nvPr>
            <p:ph idx="15" type="pic"/>
          </p:nvPr>
        </p:nvSpPr>
        <p:spPr>
          <a:xfrm>
            <a:off x="520725" y="841675"/>
            <a:ext cx="2076600" cy="174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744" name="Google Shape;744;p47"/>
          <p:cNvCxnSpPr/>
          <p:nvPr/>
        </p:nvCxnSpPr>
        <p:spPr>
          <a:xfrm>
            <a:off x="2598000" y="842050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5" name="Google Shape;745;p47"/>
          <p:cNvCxnSpPr/>
          <p:nvPr/>
        </p:nvCxnSpPr>
        <p:spPr>
          <a:xfrm>
            <a:off x="6773750" y="841675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6" name="Google Shape;746;p47"/>
          <p:cNvCxnSpPr/>
          <p:nvPr/>
        </p:nvCxnSpPr>
        <p:spPr>
          <a:xfrm>
            <a:off x="4684713" y="842026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" name="Google Shape;747;p47"/>
          <p:cNvCxnSpPr/>
          <p:nvPr/>
        </p:nvCxnSpPr>
        <p:spPr>
          <a:xfrm rot="10800000">
            <a:off x="520800" y="33610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8" name="Google Shape;748;p47"/>
          <p:cNvCxnSpPr/>
          <p:nvPr/>
        </p:nvCxnSpPr>
        <p:spPr>
          <a:xfrm rot="10800000">
            <a:off x="520800" y="259042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9" name="Google Shape;749;p47"/>
          <p:cNvSpPr txBox="1"/>
          <p:nvPr>
            <p:ph idx="1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50" name="Google Shape;750;p47"/>
          <p:cNvSpPr txBox="1"/>
          <p:nvPr>
            <p:ph idx="1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51" name="Google Shape;751;p47"/>
          <p:cNvSpPr txBox="1"/>
          <p:nvPr>
            <p:ph idx="1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752" name="Google Shape;752;p4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3" name="Google Shape;753;p4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4" name="Google Shape;754;p4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5" name="Google Shape;755;p4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6" name="Google Shape;756;p47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7" name="Google Shape;757;p47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2">
    <p:bg>
      <p:bgPr>
        <a:solidFill>
          <a:schemeClr val="lt1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9" name="Google Shape;759;p48"/>
          <p:cNvGrpSpPr/>
          <p:nvPr/>
        </p:nvGrpSpPr>
        <p:grpSpPr>
          <a:xfrm rot="5400000">
            <a:off x="593777" y="660623"/>
            <a:ext cx="369896" cy="333900"/>
            <a:chOff x="96076" y="654376"/>
            <a:chExt cx="369896" cy="333900"/>
          </a:xfrm>
        </p:grpSpPr>
        <p:cxnSp>
          <p:nvCxnSpPr>
            <p:cNvPr id="760" name="Google Shape;760;p4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1" name="Google Shape;761;p4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62" name="Google Shape;762;p4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63" name="Google Shape;763;p48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wun Batang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4" name="Google Shape;764;p48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65" name="Google Shape;765;p48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6" name="Google Shape;766;p48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7" name="Google Shape;767;p48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68" name="Google Shape;768;p4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9" name="Google Shape;769;p4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0" name="Google Shape;770;p4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1" name="Google Shape;771;p4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2" name="Google Shape;772;p4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3" name="Google Shape;773;p48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BLANK_1_1_1">
    <p:bg>
      <p:bgPr>
        <a:solidFill>
          <a:schemeClr val="lt2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5" name="Google Shape;775;p49"/>
          <p:cNvGrpSpPr/>
          <p:nvPr/>
        </p:nvGrpSpPr>
        <p:grpSpPr>
          <a:xfrm rot="5400000">
            <a:off x="593777" y="654575"/>
            <a:ext cx="369896" cy="333900"/>
            <a:chOff x="96076" y="654376"/>
            <a:chExt cx="369896" cy="333900"/>
          </a:xfrm>
        </p:grpSpPr>
        <p:cxnSp>
          <p:nvCxnSpPr>
            <p:cNvPr id="776" name="Google Shape;776;p4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77" name="Google Shape;777;p4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78" name="Google Shape;778;p4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79" name="Google Shape;779;p49"/>
          <p:cNvCxnSpPr/>
          <p:nvPr/>
        </p:nvCxnSpPr>
        <p:spPr>
          <a:xfrm>
            <a:off x="5019250" y="1307650"/>
            <a:ext cx="0" cy="3851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0" name="Google Shape;780;p4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1" name="Google Shape;781;p4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2" name="Google Shape;782;p4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3" name="Google Shape;783;p4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4" name="Google Shape;784;p4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5" name="Google Shape;785;p49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6" name="Google Shape;786;p49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87" name="Google Shape;787;p49"/>
          <p:cNvSpPr txBox="1"/>
          <p:nvPr>
            <p:ph idx="2" type="body"/>
          </p:nvPr>
        </p:nvSpPr>
        <p:spPr>
          <a:xfrm>
            <a:off x="5019250" y="1860050"/>
            <a:ext cx="3614400" cy="29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88" name="Google Shape;788;p49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_2">
    <p:bg>
      <p:bgPr>
        <a:solidFill>
          <a:schemeClr val="lt2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0" name="Google Shape;790;p50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91" name="Google Shape;791;p5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92" name="Google Shape;792;p5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93" name="Google Shape;793;p5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94" name="Google Shape;794;p50"/>
          <p:cNvCxnSpPr/>
          <p:nvPr/>
        </p:nvCxnSpPr>
        <p:spPr>
          <a:xfrm>
            <a:off x="5019250" y="1307650"/>
            <a:ext cx="0" cy="3851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5" name="Google Shape;795;p5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6" name="Google Shape;796;p5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7" name="Google Shape;797;p5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8" name="Google Shape;798;p5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9" name="Google Shape;799;p5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0" name="Google Shape;800;p50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1" name="Google Shape;801;p50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sp>
        <p:nvSpPr>
          <p:cNvPr id="802" name="Google Shape;802;p50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03" name="Google Shape;803;p50"/>
          <p:cNvSpPr txBox="1"/>
          <p:nvPr>
            <p:ph idx="2" type="body"/>
          </p:nvPr>
        </p:nvSpPr>
        <p:spPr>
          <a:xfrm>
            <a:off x="5019250" y="1860050"/>
            <a:ext cx="3614400" cy="29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04" name="Google Shape;804;p50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05" name="Google Shape;805;p50"/>
          <p:cNvSpPr txBox="1"/>
          <p:nvPr>
            <p:ph idx="4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06" name="Google Shape;806;p50"/>
          <p:cNvSpPr txBox="1"/>
          <p:nvPr>
            <p:ph idx="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07" name="Google Shape;807;p50"/>
          <p:cNvSpPr txBox="1"/>
          <p:nvPr>
            <p:ph idx="6" type="title"/>
          </p:nvPr>
        </p:nvSpPr>
        <p:spPr>
          <a:xfrm>
            <a:off x="1042100" y="1307700"/>
            <a:ext cx="36144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08" name="Google Shape;808;p50"/>
          <p:cNvSpPr txBox="1"/>
          <p:nvPr>
            <p:ph idx="7" type="title"/>
          </p:nvPr>
        </p:nvSpPr>
        <p:spPr>
          <a:xfrm>
            <a:off x="5019250" y="1307700"/>
            <a:ext cx="36144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bg>
      <p:bgPr>
        <a:solidFill>
          <a:schemeClr val="lt2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0" name="Google Shape;810;p51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811" name="Google Shape;811;p51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12" name="Google Shape;812;p51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13" name="Google Shape;813;p51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14" name="Google Shape;814;p51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815" name="Google Shape;815;p5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6" name="Google Shape;816;p5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7" name="Google Shape;817;p5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8" name="Google Shape;818;p51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9" name="Google Shape;819;p51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0" name="Google Shape;820;p51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_2">
    <p:bg>
      <p:bgPr>
        <a:solidFill>
          <a:schemeClr val="lt2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2" name="Google Shape;822;p52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823" name="Google Shape;823;p52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24" name="Google Shape;824;p52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25" name="Google Shape;825;p52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26" name="Google Shape;826;p52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827" name="Google Shape;827;p5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8" name="Google Shape;828;p5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9" name="Google Shape;829;p5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0" name="Google Shape;830;p52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1" name="Google Shape;831;p52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2" name="Google Shape;832;p52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3" name="Google Shape;833;p5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34" name="Google Shape;834;p52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35" name="Google Shape;835;p52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BLANK_1_1_1_1_1">
    <p:bg>
      <p:bgPr>
        <a:solidFill>
          <a:schemeClr val="lt2"/>
        </a:solidFill>
      </p:bgPr>
    </p:bg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7" name="Google Shape;837;p53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838" name="Google Shape;838;p5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39" name="Google Shape;839;p5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40" name="Google Shape;840;p5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41" name="Google Shape;841;p53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842" name="Google Shape;842;p5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3" name="Google Shape;843;p5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4" name="Google Shape;844;p5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5" name="Google Shape;845;p53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6" name="Google Shape;846;p5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7" name="Google Shape;847;p53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8" name="Google Shape;848;p53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- ALT 1">
  <p:cSld name="BLANK_1_1_1_1_1_2">
    <p:bg>
      <p:bgPr>
        <a:solidFill>
          <a:schemeClr val="lt2"/>
        </a:solid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0" name="Google Shape;850;p54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851" name="Google Shape;851;p5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2" name="Google Shape;852;p5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53" name="Google Shape;853;p5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54" name="Google Shape;854;p54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855" name="Google Shape;855;p54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6" name="Google Shape;856;p5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7" name="Google Shape;857;p5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8" name="Google Shape;858;p54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9" name="Google Shape;859;p5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0" name="Google Shape;860;p54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1" name="Google Shape;861;p54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62" name="Google Shape;862;p54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63" name="Google Shape;863;p54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64" name="Google Shape;864;p54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65" name="Google Shape;865;p54"/>
          <p:cNvSpPr txBox="1"/>
          <p:nvPr>
            <p:ph idx="5" type="title"/>
          </p:nvPr>
        </p:nvSpPr>
        <p:spPr>
          <a:xfrm>
            <a:off x="1042100" y="1307700"/>
            <a:ext cx="36144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solidFill>
          <a:schemeClr val="lt2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7" name="Google Shape;867;p55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8" name="Google Shape;868;p55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9" name="Google Shape;869;p55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0" name="Google Shape;870;p55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1" name="Google Shape;871;p55"/>
          <p:cNvSpPr txBox="1"/>
          <p:nvPr>
            <p:ph type="title"/>
          </p:nvPr>
        </p:nvSpPr>
        <p:spPr>
          <a:xfrm>
            <a:off x="511600" y="1703125"/>
            <a:ext cx="81111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BLANK_1_1_1_1_1_1_1_1_2_3">
    <p:bg>
      <p:bgPr>
        <a:solidFill>
          <a:schemeClr val="lt2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6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874" name="Google Shape;874;p5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5" name="Google Shape;875;p5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6" name="Google Shape;876;p56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7" name="Google Shape;877;p5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8" name="Google Shape;878;p56"/>
          <p:cNvSpPr txBox="1"/>
          <p:nvPr>
            <p:ph idx="1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ALT 1">
  <p:cSld name="BLANK_1_1_1_1_1_1_1_1_2_3_1">
    <p:bg>
      <p:bgPr>
        <a:solidFill>
          <a:schemeClr val="lt2"/>
        </a:solidFill>
      </p:bgPr>
    </p:bg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57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881" name="Google Shape;881;p5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2" name="Google Shape;882;p5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3" name="Google Shape;883;p57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4" name="Google Shape;884;p5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86" name="Google Shape;886;p57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87" name="Google Shape;887;p57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88" name="Google Shape;888;p57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 Comment - Dark ALT">
  <p:cSld name="BLANK_1_1_1_1_1_1_1_1_2_2">
    <p:bg>
      <p:bgPr>
        <a:solidFill>
          <a:schemeClr val="dk2"/>
        </a:solidFill>
      </p:bgPr>
    </p:bg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58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891" name="Google Shape;891;p58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2" name="Google Shape;892;p58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3" name="Google Shape;893;p58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94" name="Google Shape;894;p5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5" name="Google Shape;895;p58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6" name="Google Shape;896;p5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7" name="Google Shape;897;p58"/>
          <p:cNvSpPr txBox="1"/>
          <p:nvPr>
            <p:ph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98" name="Google Shape;898;p58"/>
          <p:cNvSpPr txBox="1"/>
          <p:nvPr>
            <p:ph idx="4" type="subTitle"/>
          </p:nvPr>
        </p:nvSpPr>
        <p:spPr>
          <a:xfrm>
            <a:off x="6773750" y="12526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9" name="Google Shape;899;p58"/>
          <p:cNvSpPr txBox="1"/>
          <p:nvPr>
            <p:ph idx="5" type="body"/>
          </p:nvPr>
        </p:nvSpPr>
        <p:spPr>
          <a:xfrm>
            <a:off x="6773750" y="1633925"/>
            <a:ext cx="1848900" cy="32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900" name="Google Shape;900;p58"/>
          <p:cNvCxnSpPr/>
          <p:nvPr/>
        </p:nvCxnSpPr>
        <p:spPr>
          <a:xfrm>
            <a:off x="521250" y="334900"/>
            <a:ext cx="86229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Dark ALT">
  <p:cSld name="BLANK_1_1_1_1_1_1_1_1_2_2_1">
    <p:bg>
      <p:bgPr>
        <a:solidFill>
          <a:schemeClr val="dk2"/>
        </a:solid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59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903" name="Google Shape;903;p59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4" name="Google Shape;904;p59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5" name="Google Shape;905;p59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06" name="Google Shape;906;p5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7" name="Google Shape;907;p59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8" name="Google Shape;908;p5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9" name="Google Shape;909;p59"/>
          <p:cNvCxnSpPr/>
          <p:nvPr/>
        </p:nvCxnSpPr>
        <p:spPr>
          <a:xfrm>
            <a:off x="521250" y="334900"/>
            <a:ext cx="86229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0" name="Google Shape;910;p59"/>
          <p:cNvSpPr txBox="1"/>
          <p:nvPr>
            <p:ph idx="4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">
    <p:bg>
      <p:bgPr>
        <a:solidFill>
          <a:schemeClr val="lt2"/>
        </a:solidFill>
      </p:bgPr>
    </p:bg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2" name="Google Shape;912;p6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3" name="Google Shape;913;p6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4" name="Google Shape;914;p6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5" name="Google Shape;915;p6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6" name="Google Shape;916;p60"/>
          <p:cNvSpPr txBox="1"/>
          <p:nvPr>
            <p:ph idx="1" type="body"/>
          </p:nvPr>
        </p:nvSpPr>
        <p:spPr>
          <a:xfrm>
            <a:off x="5019300" y="1471750"/>
            <a:ext cx="3614400" cy="3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17" name="Google Shape;917;p60"/>
          <p:cNvSpPr txBox="1"/>
          <p:nvPr>
            <p:ph type="title"/>
          </p:nvPr>
        </p:nvSpPr>
        <p:spPr>
          <a:xfrm>
            <a:off x="1428975" y="1989426"/>
            <a:ext cx="2682600" cy="13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- ALT 1">
  <p:cSld name="BLANK_1_1_1_1_1_1_1_1_1_2">
    <p:bg>
      <p:bgPr>
        <a:solidFill>
          <a:schemeClr val="lt2"/>
        </a:solidFill>
      </p:bgPr>
    </p:bg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9" name="Google Shape;919;p6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0" name="Google Shape;920;p6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1" name="Google Shape;921;p6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2" name="Google Shape;922;p6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3" name="Google Shape;923;p61"/>
          <p:cNvSpPr txBox="1"/>
          <p:nvPr>
            <p:ph idx="1" type="body"/>
          </p:nvPr>
        </p:nvSpPr>
        <p:spPr>
          <a:xfrm>
            <a:off x="5019300" y="1471750"/>
            <a:ext cx="3614400" cy="3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24" name="Google Shape;924;p61"/>
          <p:cNvSpPr txBox="1"/>
          <p:nvPr>
            <p:ph type="title"/>
          </p:nvPr>
        </p:nvSpPr>
        <p:spPr>
          <a:xfrm>
            <a:off x="1428975" y="1989426"/>
            <a:ext cx="2682600" cy="13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25" name="Google Shape;925;p61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26" name="Google Shape;926;p61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27" name="Google Shape;927;p61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28" name="Google Shape;928;p61"/>
          <p:cNvSpPr txBox="1"/>
          <p:nvPr>
            <p:ph idx="5" type="title"/>
          </p:nvPr>
        </p:nvSpPr>
        <p:spPr>
          <a:xfrm>
            <a:off x="5019300" y="919750"/>
            <a:ext cx="36144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2">
  <p:cSld name="BLANK_1_1_1_1_1_1_1_1_1_1_2">
    <p:bg>
      <p:bgPr>
        <a:solidFill>
          <a:schemeClr val="lt2"/>
        </a:solidFill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62"/>
          <p:cNvSpPr/>
          <p:nvPr/>
        </p:nvSpPr>
        <p:spPr>
          <a:xfrm>
            <a:off x="3456825" y="841725"/>
            <a:ext cx="2763600" cy="4301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931" name="Google Shape;931;p62"/>
          <p:cNvSpPr txBox="1"/>
          <p:nvPr>
            <p:ph idx="1" type="subTitle"/>
          </p:nvPr>
        </p:nvSpPr>
        <p:spPr>
          <a:xfrm>
            <a:off x="1035375" y="4439000"/>
            <a:ext cx="1916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2" name="Google Shape;932;p62"/>
          <p:cNvSpPr txBox="1"/>
          <p:nvPr>
            <p:ph idx="2" type="subTitle"/>
          </p:nvPr>
        </p:nvSpPr>
        <p:spPr>
          <a:xfrm>
            <a:off x="6725775" y="4439000"/>
            <a:ext cx="1916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3" name="Google Shape;933;p62"/>
          <p:cNvSpPr txBox="1"/>
          <p:nvPr>
            <p:ph idx="3" type="subTitle"/>
          </p:nvPr>
        </p:nvSpPr>
        <p:spPr>
          <a:xfrm>
            <a:off x="3887200" y="4439000"/>
            <a:ext cx="1916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4" name="Google Shape;934;p62"/>
          <p:cNvSpPr txBox="1"/>
          <p:nvPr>
            <p:ph type="title"/>
          </p:nvPr>
        </p:nvSpPr>
        <p:spPr>
          <a:xfrm>
            <a:off x="2511550" y="4104025"/>
            <a:ext cx="4398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35" name="Google Shape;935;p62"/>
          <p:cNvSpPr txBox="1"/>
          <p:nvPr>
            <p:ph idx="4" type="title"/>
          </p:nvPr>
        </p:nvSpPr>
        <p:spPr>
          <a:xfrm>
            <a:off x="8201950" y="4104025"/>
            <a:ext cx="4398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36" name="Google Shape;936;p62"/>
          <p:cNvSpPr txBox="1"/>
          <p:nvPr>
            <p:ph idx="5" type="title"/>
          </p:nvPr>
        </p:nvSpPr>
        <p:spPr>
          <a:xfrm>
            <a:off x="1179150" y="3973850"/>
            <a:ext cx="487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7" name="Google Shape;937;p62"/>
          <p:cNvSpPr txBox="1"/>
          <p:nvPr>
            <p:ph idx="6" type="title"/>
          </p:nvPr>
        </p:nvSpPr>
        <p:spPr>
          <a:xfrm>
            <a:off x="6869550" y="3973850"/>
            <a:ext cx="487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8" name="Google Shape;938;p62"/>
          <p:cNvSpPr txBox="1"/>
          <p:nvPr>
            <p:ph idx="7" type="title"/>
          </p:nvPr>
        </p:nvSpPr>
        <p:spPr>
          <a:xfrm>
            <a:off x="4906000" y="3973850"/>
            <a:ext cx="487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9" name="Google Shape;939;p62"/>
          <p:cNvSpPr txBox="1"/>
          <p:nvPr>
            <p:ph idx="8" type="title"/>
          </p:nvPr>
        </p:nvSpPr>
        <p:spPr>
          <a:xfrm>
            <a:off x="5363375" y="4104025"/>
            <a:ext cx="4398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40" name="Google Shape;940;p62"/>
          <p:cNvSpPr txBox="1"/>
          <p:nvPr>
            <p:ph idx="9" type="body"/>
          </p:nvPr>
        </p:nvSpPr>
        <p:spPr>
          <a:xfrm>
            <a:off x="922250" y="2203550"/>
            <a:ext cx="2141100" cy="16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41" name="Google Shape;941;p62"/>
          <p:cNvSpPr txBox="1"/>
          <p:nvPr>
            <p:ph idx="13" type="body"/>
          </p:nvPr>
        </p:nvSpPr>
        <p:spPr>
          <a:xfrm>
            <a:off x="6613213" y="2203550"/>
            <a:ext cx="2141100" cy="16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42" name="Google Shape;942;p62"/>
          <p:cNvSpPr txBox="1"/>
          <p:nvPr>
            <p:ph idx="14" type="body"/>
          </p:nvPr>
        </p:nvSpPr>
        <p:spPr>
          <a:xfrm>
            <a:off x="3767726" y="2203550"/>
            <a:ext cx="2141100" cy="16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43" name="Google Shape;943;p62"/>
          <p:cNvSpPr txBox="1"/>
          <p:nvPr>
            <p:ph idx="15" type="title"/>
          </p:nvPr>
        </p:nvSpPr>
        <p:spPr>
          <a:xfrm>
            <a:off x="922925" y="841900"/>
            <a:ext cx="2141100" cy="13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944" name="Google Shape;944;p62"/>
          <p:cNvCxnSpPr/>
          <p:nvPr/>
        </p:nvCxnSpPr>
        <p:spPr>
          <a:xfrm rot="10800000">
            <a:off x="1352947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5" name="Google Shape;945;p62"/>
          <p:cNvSpPr/>
          <p:nvPr/>
        </p:nvSpPr>
        <p:spPr>
          <a:xfrm>
            <a:off x="1349465" y="4383492"/>
            <a:ext cx="105900" cy="11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46" name="Google Shape;946;p62"/>
          <p:cNvCxnSpPr/>
          <p:nvPr/>
        </p:nvCxnSpPr>
        <p:spPr>
          <a:xfrm rot="10800000">
            <a:off x="1035365" y="4439000"/>
            <a:ext cx="31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7" name="Google Shape;947;p62"/>
          <p:cNvSpPr txBox="1"/>
          <p:nvPr>
            <p:ph idx="1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48" name="Google Shape;948;p62"/>
          <p:cNvSpPr txBox="1"/>
          <p:nvPr>
            <p:ph idx="1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49" name="Google Shape;949;p62"/>
          <p:cNvSpPr txBox="1"/>
          <p:nvPr>
            <p:ph idx="1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950" name="Google Shape;950;p6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1" name="Google Shape;951;p6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2" name="Google Shape;952;p6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3" name="Google Shape;953;p6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4" name="Google Shape;954;p62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5" name="Google Shape;955;p62"/>
          <p:cNvSpPr txBox="1"/>
          <p:nvPr>
            <p:ph idx="19" type="title"/>
          </p:nvPr>
        </p:nvSpPr>
        <p:spPr>
          <a:xfrm flipH="1">
            <a:off x="524150" y="334900"/>
            <a:ext cx="62487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956" name="Google Shape;956;p62"/>
          <p:cNvCxnSpPr/>
          <p:nvPr/>
        </p:nvCxnSpPr>
        <p:spPr>
          <a:xfrm rot="10800000">
            <a:off x="7043347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7" name="Google Shape;957;p62"/>
          <p:cNvSpPr/>
          <p:nvPr/>
        </p:nvSpPr>
        <p:spPr>
          <a:xfrm>
            <a:off x="7039865" y="4383492"/>
            <a:ext cx="105900" cy="11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58" name="Google Shape;958;p62"/>
          <p:cNvCxnSpPr/>
          <p:nvPr/>
        </p:nvCxnSpPr>
        <p:spPr>
          <a:xfrm rot="10800000">
            <a:off x="6725765" y="4439000"/>
            <a:ext cx="31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9" name="Google Shape;959;p62"/>
          <p:cNvSpPr txBox="1"/>
          <p:nvPr>
            <p:ph idx="20" type="title"/>
          </p:nvPr>
        </p:nvSpPr>
        <p:spPr>
          <a:xfrm>
            <a:off x="6613888" y="841900"/>
            <a:ext cx="2141100" cy="13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960" name="Google Shape;960;p62"/>
          <p:cNvCxnSpPr/>
          <p:nvPr/>
        </p:nvCxnSpPr>
        <p:spPr>
          <a:xfrm rot="10800000">
            <a:off x="520800" y="220322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1" name="Google Shape;961;p62"/>
          <p:cNvSpPr txBox="1"/>
          <p:nvPr>
            <p:ph idx="21" type="title"/>
          </p:nvPr>
        </p:nvSpPr>
        <p:spPr>
          <a:xfrm>
            <a:off x="3768413" y="841900"/>
            <a:ext cx="2141100" cy="13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962" name="Google Shape;962;p62"/>
          <p:cNvCxnSpPr/>
          <p:nvPr/>
        </p:nvCxnSpPr>
        <p:spPr>
          <a:xfrm rot="10800000">
            <a:off x="4204772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3" name="Google Shape;963;p62"/>
          <p:cNvSpPr/>
          <p:nvPr/>
        </p:nvSpPr>
        <p:spPr>
          <a:xfrm>
            <a:off x="5076315" y="4383492"/>
            <a:ext cx="105900" cy="11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64" name="Google Shape;964;p62"/>
          <p:cNvCxnSpPr/>
          <p:nvPr/>
        </p:nvCxnSpPr>
        <p:spPr>
          <a:xfrm rot="10800000">
            <a:off x="3887050" y="4439000"/>
            <a:ext cx="1212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5" name="Google Shape;965;p62"/>
          <p:cNvCxnSpPr/>
          <p:nvPr/>
        </p:nvCxnSpPr>
        <p:spPr>
          <a:xfrm rot="10800000">
            <a:off x="527025" y="38524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3">
  <p:cSld name="CUSTOM">
    <p:bg>
      <p:bgPr>
        <a:solidFill>
          <a:schemeClr val="lt1"/>
        </a:solidFill>
      </p:bgPr>
    </p:bg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7" name="Google Shape;967;p63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968" name="Google Shape;968;p6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9" name="Google Shape;969;p6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70" name="Google Shape;970;p6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71" name="Google Shape;971;p63"/>
          <p:cNvSpPr txBox="1"/>
          <p:nvPr>
            <p:ph type="title"/>
          </p:nvPr>
        </p:nvSpPr>
        <p:spPr>
          <a:xfrm>
            <a:off x="4322575" y="1217450"/>
            <a:ext cx="15363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72" name="Google Shape;972;p63"/>
          <p:cNvSpPr txBox="1"/>
          <p:nvPr>
            <p:ph idx="2" type="title"/>
          </p:nvPr>
        </p:nvSpPr>
        <p:spPr>
          <a:xfrm>
            <a:off x="1040875" y="1217450"/>
            <a:ext cx="32817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274300" spcFirstLastPara="1" rIns="18287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73" name="Google Shape;973;p63"/>
          <p:cNvSpPr txBox="1"/>
          <p:nvPr>
            <p:ph idx="1" type="body"/>
          </p:nvPr>
        </p:nvSpPr>
        <p:spPr>
          <a:xfrm>
            <a:off x="1042100" y="1764975"/>
            <a:ext cx="3281700" cy="29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4" name="Google Shape;974;p63"/>
          <p:cNvSpPr txBox="1"/>
          <p:nvPr>
            <p:ph idx="3" type="subTitle"/>
          </p:nvPr>
        </p:nvSpPr>
        <p:spPr>
          <a:xfrm>
            <a:off x="1040400" y="334925"/>
            <a:ext cx="7582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75" name="Google Shape;975;p63"/>
          <p:cNvSpPr txBox="1"/>
          <p:nvPr>
            <p:ph idx="4" type="title"/>
          </p:nvPr>
        </p:nvSpPr>
        <p:spPr>
          <a:xfrm flipH="1">
            <a:off x="1046175" y="670000"/>
            <a:ext cx="75765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6" name="Google Shape;976;p63"/>
          <p:cNvSpPr/>
          <p:nvPr/>
        </p:nvSpPr>
        <p:spPr>
          <a:xfrm>
            <a:off x="4324853" y="1916138"/>
            <a:ext cx="42981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63"/>
          <p:cNvSpPr/>
          <p:nvPr/>
        </p:nvSpPr>
        <p:spPr>
          <a:xfrm>
            <a:off x="4324853" y="2613500"/>
            <a:ext cx="42981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8" name="Google Shape;978;p63"/>
          <p:cNvCxnSpPr/>
          <p:nvPr/>
        </p:nvCxnSpPr>
        <p:spPr>
          <a:xfrm rot="10800000">
            <a:off x="4324673" y="156706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9" name="Google Shape;979;p63"/>
          <p:cNvCxnSpPr/>
          <p:nvPr/>
        </p:nvCxnSpPr>
        <p:spPr>
          <a:xfrm rot="10800000">
            <a:off x="4324066" y="191528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0" name="Google Shape;980;p63"/>
          <p:cNvCxnSpPr/>
          <p:nvPr/>
        </p:nvCxnSpPr>
        <p:spPr>
          <a:xfrm rot="10800000">
            <a:off x="4324066" y="226444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1" name="Google Shape;981;p63"/>
          <p:cNvCxnSpPr/>
          <p:nvPr/>
        </p:nvCxnSpPr>
        <p:spPr>
          <a:xfrm rot="10800000">
            <a:off x="4324066" y="261266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2" name="Google Shape;982;p63"/>
          <p:cNvCxnSpPr/>
          <p:nvPr/>
        </p:nvCxnSpPr>
        <p:spPr>
          <a:xfrm rot="10800000">
            <a:off x="4323597" y="296182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3" name="Google Shape;983;p63"/>
          <p:cNvCxnSpPr/>
          <p:nvPr/>
        </p:nvCxnSpPr>
        <p:spPr>
          <a:xfrm rot="10800000">
            <a:off x="4324048" y="331111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4" name="Google Shape;984;p63"/>
          <p:cNvCxnSpPr/>
          <p:nvPr/>
        </p:nvCxnSpPr>
        <p:spPr>
          <a:xfrm rot="10800000">
            <a:off x="4323441" y="365933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5" name="Google Shape;985;p63"/>
          <p:cNvCxnSpPr/>
          <p:nvPr/>
        </p:nvCxnSpPr>
        <p:spPr>
          <a:xfrm rot="10800000">
            <a:off x="4323441" y="400849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6" name="Google Shape;986;p63"/>
          <p:cNvCxnSpPr/>
          <p:nvPr/>
        </p:nvCxnSpPr>
        <p:spPr>
          <a:xfrm rot="10800000">
            <a:off x="4323441" y="435671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7" name="Google Shape;987;p63"/>
          <p:cNvCxnSpPr/>
          <p:nvPr/>
        </p:nvCxnSpPr>
        <p:spPr>
          <a:xfrm rot="10800000">
            <a:off x="4322972" y="470587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8" name="Google Shape;988;p63"/>
          <p:cNvSpPr txBox="1"/>
          <p:nvPr>
            <p:ph idx="5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9" name="Google Shape;989;p63"/>
          <p:cNvSpPr txBox="1"/>
          <p:nvPr>
            <p:ph idx="6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0" name="Google Shape;990;p63"/>
          <p:cNvSpPr txBox="1"/>
          <p:nvPr>
            <p:ph idx="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91" name="Google Shape;991;p6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2" name="Google Shape;992;p6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3" name="Google Shape;993;p6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4" name="Google Shape;994;p63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5" name="Google Shape;995;p6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6" name="Google Shape;996;p63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7" name="Google Shape;997;p63"/>
          <p:cNvCxnSpPr/>
          <p:nvPr/>
        </p:nvCxnSpPr>
        <p:spPr>
          <a:xfrm>
            <a:off x="4322575" y="1217450"/>
            <a:ext cx="0" cy="3926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8" name="Google Shape;998;p63"/>
          <p:cNvCxnSpPr/>
          <p:nvPr/>
        </p:nvCxnSpPr>
        <p:spPr>
          <a:xfrm>
            <a:off x="8622700" y="334850"/>
            <a:ext cx="0" cy="4809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9" name="Google Shape;999;p63"/>
          <p:cNvSpPr txBox="1"/>
          <p:nvPr>
            <p:ph idx="8" type="title"/>
          </p:nvPr>
        </p:nvSpPr>
        <p:spPr>
          <a:xfrm>
            <a:off x="4322575" y="1566800"/>
            <a:ext cx="15363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0" name="Google Shape;1000;p63"/>
          <p:cNvSpPr txBox="1"/>
          <p:nvPr>
            <p:ph idx="9" type="title"/>
          </p:nvPr>
        </p:nvSpPr>
        <p:spPr>
          <a:xfrm>
            <a:off x="4322575" y="1915625"/>
            <a:ext cx="15363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1" name="Google Shape;1001;p63"/>
          <p:cNvSpPr txBox="1"/>
          <p:nvPr>
            <p:ph idx="13" type="title"/>
          </p:nvPr>
        </p:nvSpPr>
        <p:spPr>
          <a:xfrm>
            <a:off x="4322575" y="2264975"/>
            <a:ext cx="15363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2" name="Google Shape;1002;p63"/>
          <p:cNvSpPr txBox="1"/>
          <p:nvPr>
            <p:ph idx="14" type="title"/>
          </p:nvPr>
        </p:nvSpPr>
        <p:spPr>
          <a:xfrm>
            <a:off x="4322575" y="2613638"/>
            <a:ext cx="15363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3" name="Google Shape;1003;p63"/>
          <p:cNvSpPr txBox="1"/>
          <p:nvPr>
            <p:ph idx="15" type="title"/>
          </p:nvPr>
        </p:nvSpPr>
        <p:spPr>
          <a:xfrm>
            <a:off x="7084775" y="1217450"/>
            <a:ext cx="15363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004" name="Google Shape;1004;p63"/>
          <p:cNvSpPr txBox="1"/>
          <p:nvPr>
            <p:ph idx="16" type="title"/>
          </p:nvPr>
        </p:nvSpPr>
        <p:spPr>
          <a:xfrm>
            <a:off x="7084775" y="1566800"/>
            <a:ext cx="15363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005" name="Google Shape;1005;p63"/>
          <p:cNvSpPr txBox="1"/>
          <p:nvPr>
            <p:ph idx="17" type="title"/>
          </p:nvPr>
        </p:nvSpPr>
        <p:spPr>
          <a:xfrm>
            <a:off x="7084775" y="1915625"/>
            <a:ext cx="15363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006" name="Google Shape;1006;p63"/>
          <p:cNvSpPr txBox="1"/>
          <p:nvPr>
            <p:ph idx="18" type="title"/>
          </p:nvPr>
        </p:nvSpPr>
        <p:spPr>
          <a:xfrm>
            <a:off x="7084775" y="2264975"/>
            <a:ext cx="15363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007" name="Google Shape;1007;p63"/>
          <p:cNvSpPr txBox="1"/>
          <p:nvPr>
            <p:ph idx="19" type="title"/>
          </p:nvPr>
        </p:nvSpPr>
        <p:spPr>
          <a:xfrm>
            <a:off x="7084775" y="2613638"/>
            <a:ext cx="15363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">
    <p:bg>
      <p:bgPr>
        <a:solidFill>
          <a:schemeClr val="lt2"/>
        </a:solidFill>
      </p:bgPr>
    </p:bg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9" name="Google Shape;1009;p64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1010" name="Google Shape;1010;p6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11" name="Google Shape;1011;p6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12" name="Google Shape;1012;p6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013" name="Google Shape;1013;p64"/>
          <p:cNvSpPr txBox="1"/>
          <p:nvPr>
            <p:ph idx="1" type="body"/>
          </p:nvPr>
        </p:nvSpPr>
        <p:spPr>
          <a:xfrm>
            <a:off x="1040725" y="1217500"/>
            <a:ext cx="3578100" cy="3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365750" wrap="square" tIns="36575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14" name="Google Shape;1014;p64"/>
          <p:cNvSpPr/>
          <p:nvPr/>
        </p:nvSpPr>
        <p:spPr>
          <a:xfrm>
            <a:off x="5019250" y="1217450"/>
            <a:ext cx="4124700" cy="394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1015" name="Google Shape;1015;p64"/>
          <p:cNvCxnSpPr/>
          <p:nvPr/>
        </p:nvCxnSpPr>
        <p:spPr>
          <a:xfrm>
            <a:off x="5019250" y="1217450"/>
            <a:ext cx="0" cy="394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6" name="Google Shape;1016;p64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17" name="Google Shape;1017;p64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18" name="Google Shape;1018;p64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019" name="Google Shape;1019;p64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0" name="Google Shape;1020;p6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1" name="Google Shape;1021;p6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2" name="Google Shape;1022;p64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3" name="Google Shape;1023;p6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4" name="Google Shape;1024;p64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5" name="Google Shape;1025;p64"/>
          <p:cNvSpPr txBox="1"/>
          <p:nvPr>
            <p:ph type="title"/>
          </p:nvPr>
        </p:nvSpPr>
        <p:spPr>
          <a:xfrm flipH="1">
            <a:off x="1046175" y="670001"/>
            <a:ext cx="75765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026" name="Google Shape;1026;p64"/>
          <p:cNvSpPr txBox="1"/>
          <p:nvPr>
            <p:ph idx="5" type="subTitle"/>
          </p:nvPr>
        </p:nvSpPr>
        <p:spPr>
          <a:xfrm>
            <a:off x="1045950" y="334925"/>
            <a:ext cx="7577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27" name="Google Shape;1027;p64"/>
          <p:cNvSpPr txBox="1"/>
          <p:nvPr>
            <p:ph idx="6" type="title"/>
          </p:nvPr>
        </p:nvSpPr>
        <p:spPr>
          <a:xfrm>
            <a:off x="5019250" y="2654100"/>
            <a:ext cx="19407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1028" name="Google Shape;1028;p64"/>
          <p:cNvSpPr txBox="1"/>
          <p:nvPr>
            <p:ph idx="7" type="subTitle"/>
          </p:nvPr>
        </p:nvSpPr>
        <p:spPr>
          <a:xfrm>
            <a:off x="5019275" y="3466500"/>
            <a:ext cx="19407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1029" name="Google Shape;1029;p64"/>
          <p:cNvSpPr txBox="1"/>
          <p:nvPr>
            <p:ph idx="8" type="title"/>
          </p:nvPr>
        </p:nvSpPr>
        <p:spPr>
          <a:xfrm>
            <a:off x="6959938" y="2654100"/>
            <a:ext cx="19407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1030" name="Google Shape;1030;p64"/>
          <p:cNvSpPr txBox="1"/>
          <p:nvPr>
            <p:ph idx="9" type="subTitle"/>
          </p:nvPr>
        </p:nvSpPr>
        <p:spPr>
          <a:xfrm>
            <a:off x="6959963" y="3466500"/>
            <a:ext cx="19407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1031" name="Google Shape;1031;p64"/>
          <p:cNvSpPr txBox="1"/>
          <p:nvPr>
            <p:ph idx="13" type="subTitle"/>
          </p:nvPr>
        </p:nvSpPr>
        <p:spPr>
          <a:xfrm>
            <a:off x="5019275" y="4642725"/>
            <a:ext cx="19407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1032" name="Google Shape;1032;p64"/>
          <p:cNvSpPr txBox="1"/>
          <p:nvPr>
            <p:ph idx="14" type="title"/>
          </p:nvPr>
        </p:nvSpPr>
        <p:spPr>
          <a:xfrm>
            <a:off x="5019250" y="3830325"/>
            <a:ext cx="19407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1033" name="Google Shape;1033;p64"/>
          <p:cNvSpPr txBox="1"/>
          <p:nvPr>
            <p:ph idx="15" type="title"/>
          </p:nvPr>
        </p:nvSpPr>
        <p:spPr>
          <a:xfrm>
            <a:off x="6959938" y="3830325"/>
            <a:ext cx="19407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1034" name="Google Shape;1034;p64"/>
          <p:cNvSpPr txBox="1"/>
          <p:nvPr>
            <p:ph idx="16" type="subTitle"/>
          </p:nvPr>
        </p:nvSpPr>
        <p:spPr>
          <a:xfrm>
            <a:off x="6959963" y="4642725"/>
            <a:ext cx="19407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1035" name="Google Shape;1035;p64"/>
          <p:cNvSpPr txBox="1"/>
          <p:nvPr>
            <p:ph idx="17" type="subTitle"/>
          </p:nvPr>
        </p:nvSpPr>
        <p:spPr>
          <a:xfrm>
            <a:off x="5019275" y="1217450"/>
            <a:ext cx="36033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ganizational Update - Employees highlight">
  <p:cSld name="CUSTOM_2">
    <p:bg>
      <p:bgPr>
        <a:solidFill>
          <a:schemeClr val="lt2"/>
        </a:solidFill>
      </p:bgPr>
    </p:bg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65"/>
          <p:cNvSpPr/>
          <p:nvPr>
            <p:ph idx="2" type="pic"/>
          </p:nvPr>
        </p:nvSpPr>
        <p:spPr>
          <a:xfrm>
            <a:off x="521250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1038" name="Google Shape;1038;p65"/>
          <p:cNvSpPr/>
          <p:nvPr>
            <p:ph idx="3" type="pic"/>
          </p:nvPr>
        </p:nvSpPr>
        <p:spPr>
          <a:xfrm>
            <a:off x="3395750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1039" name="Google Shape;1039;p65"/>
          <p:cNvSpPr/>
          <p:nvPr>
            <p:ph idx="4" type="pic"/>
          </p:nvPr>
        </p:nvSpPr>
        <p:spPr>
          <a:xfrm>
            <a:off x="6269136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1040" name="Google Shape;1040;p65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41" name="Google Shape;1041;p65"/>
          <p:cNvSpPr txBox="1"/>
          <p:nvPr>
            <p:ph idx="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42" name="Google Shape;1042;p65"/>
          <p:cNvSpPr txBox="1"/>
          <p:nvPr>
            <p:ph idx="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43" name="Google Shape;1043;p65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044" name="Google Shape;1044;p6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5" name="Google Shape;1045;p6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6" name="Google Shape;1046;p6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7" name="Google Shape;1047;p6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8" name="Google Shape;1048;p65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9" name="Google Shape;1049;p65"/>
          <p:cNvSpPr txBox="1"/>
          <p:nvPr>
            <p:ph idx="7" type="title"/>
          </p:nvPr>
        </p:nvSpPr>
        <p:spPr>
          <a:xfrm>
            <a:off x="526800" y="846475"/>
            <a:ext cx="2868900" cy="116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0" name="Google Shape;1050;p65"/>
          <p:cNvSpPr txBox="1"/>
          <p:nvPr>
            <p:ph idx="8" type="title"/>
          </p:nvPr>
        </p:nvSpPr>
        <p:spPr>
          <a:xfrm>
            <a:off x="3395769" y="846475"/>
            <a:ext cx="2874600" cy="116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1" name="Google Shape;1051;p65"/>
          <p:cNvSpPr txBox="1"/>
          <p:nvPr>
            <p:ph idx="9" type="title"/>
          </p:nvPr>
        </p:nvSpPr>
        <p:spPr>
          <a:xfrm>
            <a:off x="6269150" y="846475"/>
            <a:ext cx="2874600" cy="116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Project - Timeline ">
  <p:cSld name="CUSTOM_3">
    <p:bg>
      <p:bgPr>
        <a:solidFill>
          <a:schemeClr val="lt2"/>
        </a:solidFill>
      </p:bgPr>
    </p:bg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66"/>
          <p:cNvSpPr txBox="1"/>
          <p:nvPr>
            <p:ph type="title"/>
          </p:nvPr>
        </p:nvSpPr>
        <p:spPr>
          <a:xfrm>
            <a:off x="6995500" y="1307575"/>
            <a:ext cx="2148300" cy="1121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4" name="Google Shape;1054;p66"/>
          <p:cNvSpPr txBox="1"/>
          <p:nvPr>
            <p:ph idx="2" type="title"/>
          </p:nvPr>
        </p:nvSpPr>
        <p:spPr>
          <a:xfrm>
            <a:off x="4839050" y="1307575"/>
            <a:ext cx="2155500" cy="1121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5" name="Google Shape;1055;p66"/>
          <p:cNvSpPr txBox="1"/>
          <p:nvPr>
            <p:ph idx="3" type="title"/>
          </p:nvPr>
        </p:nvSpPr>
        <p:spPr>
          <a:xfrm>
            <a:off x="2683550" y="1307575"/>
            <a:ext cx="2155500" cy="1121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6" name="Google Shape;1056;p66"/>
          <p:cNvSpPr txBox="1"/>
          <p:nvPr>
            <p:ph idx="4" type="title"/>
          </p:nvPr>
        </p:nvSpPr>
        <p:spPr>
          <a:xfrm>
            <a:off x="521350" y="1307575"/>
            <a:ext cx="2161800" cy="1121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7" name="Google Shape;1057;p66"/>
          <p:cNvSpPr txBox="1"/>
          <p:nvPr>
            <p:ph idx="1" type="body"/>
          </p:nvPr>
        </p:nvSpPr>
        <p:spPr>
          <a:xfrm>
            <a:off x="6995400" y="2606275"/>
            <a:ext cx="2148300" cy="22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58" name="Google Shape;1058;p66"/>
          <p:cNvSpPr txBox="1"/>
          <p:nvPr>
            <p:ph idx="5" type="body"/>
          </p:nvPr>
        </p:nvSpPr>
        <p:spPr>
          <a:xfrm>
            <a:off x="4838950" y="2606275"/>
            <a:ext cx="2155500" cy="22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59" name="Google Shape;1059;p66"/>
          <p:cNvSpPr txBox="1"/>
          <p:nvPr>
            <p:ph idx="6" type="body"/>
          </p:nvPr>
        </p:nvSpPr>
        <p:spPr>
          <a:xfrm>
            <a:off x="2683450" y="2606275"/>
            <a:ext cx="2155500" cy="22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60" name="Google Shape;1060;p66"/>
          <p:cNvSpPr txBox="1"/>
          <p:nvPr>
            <p:ph idx="7" type="body"/>
          </p:nvPr>
        </p:nvSpPr>
        <p:spPr>
          <a:xfrm>
            <a:off x="521250" y="2606275"/>
            <a:ext cx="2161800" cy="22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cxnSp>
        <p:nvCxnSpPr>
          <p:cNvPr id="1061" name="Google Shape;1061;p66"/>
          <p:cNvCxnSpPr/>
          <p:nvPr/>
        </p:nvCxnSpPr>
        <p:spPr>
          <a:xfrm>
            <a:off x="483907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2" name="Google Shape;1062;p66"/>
          <p:cNvCxnSpPr/>
          <p:nvPr/>
        </p:nvCxnSpPr>
        <p:spPr>
          <a:xfrm>
            <a:off x="699502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3" name="Google Shape;1063;p66"/>
          <p:cNvCxnSpPr/>
          <p:nvPr/>
        </p:nvCxnSpPr>
        <p:spPr>
          <a:xfrm>
            <a:off x="268312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4" name="Google Shape;1064;p66"/>
          <p:cNvSpPr txBox="1"/>
          <p:nvPr>
            <p:ph idx="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65" name="Google Shape;1065;p66"/>
          <p:cNvSpPr txBox="1"/>
          <p:nvPr>
            <p:ph idx="9" type="title"/>
          </p:nvPr>
        </p:nvSpPr>
        <p:spPr>
          <a:xfrm flipH="1">
            <a:off x="521450" y="666257"/>
            <a:ext cx="81012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066" name="Google Shape;1066;p66"/>
          <p:cNvSpPr txBox="1"/>
          <p:nvPr>
            <p:ph idx="13" type="subTitle"/>
          </p:nvPr>
        </p:nvSpPr>
        <p:spPr>
          <a:xfrm>
            <a:off x="521250" y="334925"/>
            <a:ext cx="8101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1067" name="Google Shape;1067;p6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8" name="Google Shape;1068;p6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9" name="Google Shape;1069;p6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0" name="Google Shape;1070;p6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1" name="Google Shape;1071;p66"/>
          <p:cNvCxnSpPr/>
          <p:nvPr/>
        </p:nvCxnSpPr>
        <p:spPr>
          <a:xfrm>
            <a:off x="521250" y="13075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2" name="Google Shape;1072;p66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73" name="Google Shape;1073;p66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1">
  <p:cSld name="BLANK_1_1_1_1_1_1_1_1_1_1_2_1">
    <p:bg>
      <p:bgPr>
        <a:solidFill>
          <a:schemeClr val="dk2"/>
        </a:solidFill>
      </p:bgPr>
    </p:bg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67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6" name="Google Shape;1076;p67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7" name="Google Shape;1077;p67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78" name="Google Shape;1078;p6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9" name="Google Shape;1079;p6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0" name="Google Shape;1080;p6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1" name="Google Shape;1081;p6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BLANK_1_1_1_1_1_1_1_1_1_1_2_1_1">
    <p:bg>
      <p:bgPr>
        <a:solidFill>
          <a:schemeClr val="lt2"/>
        </a:solidFill>
      </p:bgPr>
    </p:bg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3" name="Google Shape;1083;p6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4" name="Google Shape;1084;p6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5" name="Google Shape;1085;p6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6" name="Google Shape;1086;p6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_1_1_1">
    <p:bg>
      <p:bgPr>
        <a:solidFill>
          <a:schemeClr val="lt2"/>
        </a:solidFill>
      </p:bgPr>
    </p:bg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69"/>
          <p:cNvSpPr txBox="1"/>
          <p:nvPr>
            <p:ph idx="1" type="subTitle"/>
          </p:nvPr>
        </p:nvSpPr>
        <p:spPr>
          <a:xfrm>
            <a:off x="5208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89" name="Google Shape;1089;p69"/>
          <p:cNvSpPr txBox="1"/>
          <p:nvPr>
            <p:ph idx="2" type="subTitle"/>
          </p:nvPr>
        </p:nvSpPr>
        <p:spPr>
          <a:xfrm>
            <a:off x="408925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90" name="Google Shape;1090;p69"/>
          <p:cNvSpPr txBox="1"/>
          <p:nvPr>
            <p:ph idx="3" type="subTitle"/>
          </p:nvPr>
        </p:nvSpPr>
        <p:spPr>
          <a:xfrm>
            <a:off x="6773250" y="-175"/>
            <a:ext cx="1848900" cy="335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091" name="Google Shape;1091;p69"/>
          <p:cNvCxnSpPr/>
          <p:nvPr/>
        </p:nvCxnSpPr>
        <p:spPr>
          <a:xfrm>
            <a:off x="5208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2" name="Google Shape;1092;p69"/>
          <p:cNvCxnSpPr/>
          <p:nvPr/>
        </p:nvCxnSpPr>
        <p:spPr>
          <a:xfrm>
            <a:off x="52080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3" name="Google Shape;1093;p69"/>
          <p:cNvCxnSpPr/>
          <p:nvPr/>
        </p:nvCxnSpPr>
        <p:spPr>
          <a:xfrm>
            <a:off x="677330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4" name="Google Shape;1094;p69"/>
          <p:cNvCxnSpPr/>
          <p:nvPr/>
        </p:nvCxnSpPr>
        <p:spPr>
          <a:xfrm>
            <a:off x="862352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3">
  <p:cSld name="BLANK_1_1_1_1_1_1_1_1_1_1_2_2">
    <p:bg>
      <p:bgPr>
        <a:solidFill>
          <a:schemeClr val="lt2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7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97" name="Google Shape;1097;p70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98" name="Google Shape;1098;p70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099" name="Google Shape;1099;p7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0" name="Google Shape;1100;p7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1" name="Google Shape;1101;p7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2" name="Google Shape;1102;p7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3" name="Google Shape;1103;p7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4">
  <p:cSld name="BLANK_1_1_1_1_1_1_1_1_1_1_2_1_2">
    <p:bg>
      <p:bgPr>
        <a:solidFill>
          <a:schemeClr val="dk2"/>
        </a:solidFill>
      </p:bgPr>
    </p:bg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71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6" name="Google Shape;1106;p71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7" name="Google Shape;1107;p71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08" name="Google Shape;1108;p7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9" name="Google Shape;1109;p7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0" name="Google Shape;1110;p7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1" name="Google Shape;1111;p71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2" name="Google Shape;1112;p71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5">
  <p:cSld name="BLANK_1_1_1_1_1_1_1_1_1_1_2_1_1_2">
    <p:bg>
      <p:bgPr>
        <a:solidFill>
          <a:schemeClr val="lt1"/>
        </a:solidFill>
      </p:bgPr>
    </p:bg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7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5" name="Google Shape;1115;p72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6" name="Google Shape;1116;p72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17" name="Google Shape;1117;p7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8" name="Google Shape;1118;p7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9" name="Google Shape;1119;p7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0" name="Google Shape;1120;p72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1" name="Google Shape;1121;p72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solidFill>
          <a:schemeClr val="lt2"/>
        </a:solidFill>
      </p:bgPr>
    </p:bg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73"/>
          <p:cNvSpPr/>
          <p:nvPr>
            <p:ph idx="2" type="pic"/>
          </p:nvPr>
        </p:nvSpPr>
        <p:spPr>
          <a:xfrm>
            <a:off x="5548700" y="1196175"/>
            <a:ext cx="3073800" cy="33648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124" name="Google Shape;1124;p7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5" name="Google Shape;1125;p7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6" name="Google Shape;1126;p7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7" name="Google Shape;1127;p7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8" name="Google Shape;1128;p73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29" name="Google Shape;1129;p73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0" name="Google Shape;1130;p73"/>
          <p:cNvSpPr txBox="1"/>
          <p:nvPr>
            <p:ph idx="1" type="body"/>
          </p:nvPr>
        </p:nvSpPr>
        <p:spPr>
          <a:xfrm>
            <a:off x="522600" y="998925"/>
            <a:ext cx="3614400" cy="3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_2">
    <p:bg>
      <p:bgPr>
        <a:solidFill>
          <a:schemeClr val="lt2"/>
        </a:solidFill>
      </p:bgPr>
    </p:bg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74"/>
          <p:cNvSpPr/>
          <p:nvPr>
            <p:ph idx="2" type="pic"/>
          </p:nvPr>
        </p:nvSpPr>
        <p:spPr>
          <a:xfrm>
            <a:off x="5548700" y="1196175"/>
            <a:ext cx="3073800" cy="33648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133" name="Google Shape;1133;p7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4" name="Google Shape;1134;p7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5" name="Google Shape;1135;p7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6" name="Google Shape;1136;p7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7" name="Google Shape;1137;p74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38" name="Google Shape;1138;p74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9" name="Google Shape;1139;p74"/>
          <p:cNvSpPr txBox="1"/>
          <p:nvPr>
            <p:ph idx="1" type="body"/>
          </p:nvPr>
        </p:nvSpPr>
        <p:spPr>
          <a:xfrm>
            <a:off x="522600" y="998925"/>
            <a:ext cx="3614400" cy="3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40" name="Google Shape;1140;p74"/>
          <p:cNvSpPr txBox="1"/>
          <p:nvPr>
            <p:ph idx="3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41" name="Google Shape;1141;p74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42" name="Google Shape;1142;p74"/>
          <p:cNvSpPr txBox="1"/>
          <p:nvPr>
            <p:ph idx="5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BLANK_1_1_1_1_1_1_1_1_1_1_1_1_1">
    <p:bg>
      <p:bgPr>
        <a:solidFill>
          <a:schemeClr val="lt2"/>
        </a:solidFill>
      </p:bgPr>
    </p:bg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4" name="Google Shape;1144;p75"/>
          <p:cNvGrpSpPr/>
          <p:nvPr/>
        </p:nvGrpSpPr>
        <p:grpSpPr>
          <a:xfrm rot="5400000">
            <a:off x="590952" y="3923898"/>
            <a:ext cx="369896" cy="333900"/>
            <a:chOff x="96076" y="654376"/>
            <a:chExt cx="369896" cy="333900"/>
          </a:xfrm>
        </p:grpSpPr>
        <p:cxnSp>
          <p:nvCxnSpPr>
            <p:cNvPr id="1145" name="Google Shape;1145;p7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6" name="Google Shape;1146;p7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47" name="Google Shape;1147;p7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48" name="Google Shape;1148;p75"/>
          <p:cNvGrpSpPr/>
          <p:nvPr/>
        </p:nvGrpSpPr>
        <p:grpSpPr>
          <a:xfrm rot="5400000">
            <a:off x="593777" y="1786135"/>
            <a:ext cx="369896" cy="333900"/>
            <a:chOff x="96076" y="654376"/>
            <a:chExt cx="369896" cy="333900"/>
          </a:xfrm>
        </p:grpSpPr>
        <p:cxnSp>
          <p:nvCxnSpPr>
            <p:cNvPr id="1149" name="Google Shape;1149;p7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0" name="Google Shape;1150;p7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51" name="Google Shape;1151;p7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52" name="Google Shape;1152;p75"/>
          <p:cNvSpPr txBox="1"/>
          <p:nvPr/>
        </p:nvSpPr>
        <p:spPr>
          <a:xfrm>
            <a:off x="1036450" y="882400"/>
            <a:ext cx="1985100" cy="21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53" name="Google Shape;1153;p75"/>
          <p:cNvSpPr txBox="1"/>
          <p:nvPr/>
        </p:nvSpPr>
        <p:spPr>
          <a:xfrm>
            <a:off x="1036450" y="3019861"/>
            <a:ext cx="1985100" cy="213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54" name="Google Shape;1154;p75"/>
          <p:cNvSpPr txBox="1"/>
          <p:nvPr>
            <p:ph idx="1" type="subTitle"/>
          </p:nvPr>
        </p:nvSpPr>
        <p:spPr>
          <a:xfrm>
            <a:off x="1042075" y="882450"/>
            <a:ext cx="1985100" cy="21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155" name="Google Shape;1155;p75"/>
          <p:cNvSpPr txBox="1"/>
          <p:nvPr>
            <p:ph idx="2" type="subTitle"/>
          </p:nvPr>
        </p:nvSpPr>
        <p:spPr>
          <a:xfrm>
            <a:off x="1042100" y="3015800"/>
            <a:ext cx="1985100" cy="21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cxnSp>
        <p:nvCxnSpPr>
          <p:cNvPr id="1156" name="Google Shape;1156;p75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7" name="Google Shape;1157;p7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8" name="Google Shape;1158;p75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9" name="Google Shape;1159;p75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0" name="Google Shape;1160;p75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1" name="Google Shape;1161;p75"/>
          <p:cNvSpPr txBox="1"/>
          <p:nvPr>
            <p:ph idx="3" type="body"/>
          </p:nvPr>
        </p:nvSpPr>
        <p:spPr>
          <a:xfrm>
            <a:off x="3166350" y="1132823"/>
            <a:ext cx="5457600" cy="16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62" name="Google Shape;1162;p75"/>
          <p:cNvSpPr txBox="1"/>
          <p:nvPr>
            <p:ph idx="4" type="body"/>
          </p:nvPr>
        </p:nvSpPr>
        <p:spPr>
          <a:xfrm>
            <a:off x="3166350" y="3266210"/>
            <a:ext cx="5457600" cy="16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63" name="Google Shape;1163;p75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64" name="Google Shape;1164;p75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726">
          <p15:clr>
            <a:srgbClr val="E46962"/>
          </p15:clr>
        </p15:guide>
        <p15:guide id="2" orient="horz" pos="3042">
          <p15:clr>
            <a:srgbClr val="E46962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BLANK_1_1_1_1_1_1_1_1_1_1_1_1_1_2">
    <p:bg>
      <p:bgPr>
        <a:solidFill>
          <a:schemeClr val="lt2"/>
        </a:solidFill>
      </p:bgPr>
    </p:bg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6" name="Google Shape;1166;p76"/>
          <p:cNvGrpSpPr/>
          <p:nvPr/>
        </p:nvGrpSpPr>
        <p:grpSpPr>
          <a:xfrm rot="5400000">
            <a:off x="590952" y="3923898"/>
            <a:ext cx="369896" cy="333900"/>
            <a:chOff x="96076" y="654376"/>
            <a:chExt cx="369896" cy="333900"/>
          </a:xfrm>
        </p:grpSpPr>
        <p:cxnSp>
          <p:nvCxnSpPr>
            <p:cNvPr id="1167" name="Google Shape;1167;p7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68" name="Google Shape;1168;p7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69" name="Google Shape;1169;p7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70" name="Google Shape;1170;p76"/>
          <p:cNvGrpSpPr/>
          <p:nvPr/>
        </p:nvGrpSpPr>
        <p:grpSpPr>
          <a:xfrm rot="5400000">
            <a:off x="593777" y="1786135"/>
            <a:ext cx="369896" cy="333900"/>
            <a:chOff x="96076" y="654376"/>
            <a:chExt cx="369896" cy="333900"/>
          </a:xfrm>
        </p:grpSpPr>
        <p:cxnSp>
          <p:nvCxnSpPr>
            <p:cNvPr id="1171" name="Google Shape;1171;p7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2" name="Google Shape;1172;p7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73" name="Google Shape;1173;p7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74" name="Google Shape;1174;p76"/>
          <p:cNvSpPr txBox="1"/>
          <p:nvPr/>
        </p:nvSpPr>
        <p:spPr>
          <a:xfrm>
            <a:off x="1036450" y="882400"/>
            <a:ext cx="1985100" cy="21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75" name="Google Shape;1175;p76"/>
          <p:cNvSpPr txBox="1"/>
          <p:nvPr/>
        </p:nvSpPr>
        <p:spPr>
          <a:xfrm>
            <a:off x="1036450" y="3019861"/>
            <a:ext cx="1985100" cy="213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76" name="Google Shape;1176;p76"/>
          <p:cNvSpPr txBox="1"/>
          <p:nvPr>
            <p:ph type="title"/>
          </p:nvPr>
        </p:nvSpPr>
        <p:spPr>
          <a:xfrm>
            <a:off x="1042100" y="886425"/>
            <a:ext cx="1979400" cy="21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300" spcFirstLastPara="1" rIns="18287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1177" name="Google Shape;1177;p76"/>
          <p:cNvSpPr txBox="1"/>
          <p:nvPr>
            <p:ph idx="2" type="title"/>
          </p:nvPr>
        </p:nvSpPr>
        <p:spPr>
          <a:xfrm>
            <a:off x="1042100" y="3023907"/>
            <a:ext cx="1985100" cy="21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300" spcFirstLastPara="1" rIns="18287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1178" name="Google Shape;1178;p76"/>
          <p:cNvSpPr txBox="1"/>
          <p:nvPr>
            <p:ph idx="1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79" name="Google Shape;1179;p76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80" name="Google Shape;1180;p76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181" name="Google Shape;1181;p76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2" name="Google Shape;1182;p7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3" name="Google Shape;1183;p76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4" name="Google Shape;1184;p76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5" name="Google Shape;1185;p7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6" name="Google Shape;1186;p76"/>
          <p:cNvSpPr txBox="1"/>
          <p:nvPr>
            <p:ph idx="5" type="body"/>
          </p:nvPr>
        </p:nvSpPr>
        <p:spPr>
          <a:xfrm>
            <a:off x="3166350" y="1132823"/>
            <a:ext cx="5457600" cy="16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87" name="Google Shape;1187;p76"/>
          <p:cNvSpPr txBox="1"/>
          <p:nvPr>
            <p:ph idx="6" type="body"/>
          </p:nvPr>
        </p:nvSpPr>
        <p:spPr>
          <a:xfrm>
            <a:off x="3166350" y="3266210"/>
            <a:ext cx="5457600" cy="16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88" name="Google Shape;1188;p76"/>
          <p:cNvSpPr txBox="1"/>
          <p:nvPr>
            <p:ph idx="7"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89" name="Google Shape;1189;p76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726">
          <p15:clr>
            <a:srgbClr val="E46962"/>
          </p15:clr>
        </p15:guide>
        <p15:guide id="2" orient="horz" pos="3042">
          <p15:clr>
            <a:srgbClr val="E46962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BLANK_1_1_1_1_1_1_1_1_1_1_1_1_1_1">
    <p:bg>
      <p:bgPr>
        <a:solidFill>
          <a:schemeClr val="lt2"/>
        </a:solidFill>
      </p:bgPr>
    </p:bg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1" name="Google Shape;1191;p77"/>
          <p:cNvGrpSpPr/>
          <p:nvPr/>
        </p:nvGrpSpPr>
        <p:grpSpPr>
          <a:xfrm rot="5400000">
            <a:off x="593015" y="4280998"/>
            <a:ext cx="369896" cy="333900"/>
            <a:chOff x="96076" y="654376"/>
            <a:chExt cx="369896" cy="333900"/>
          </a:xfrm>
        </p:grpSpPr>
        <p:cxnSp>
          <p:nvCxnSpPr>
            <p:cNvPr id="1192" name="Google Shape;1192;p7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3" name="Google Shape;1193;p7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94" name="Google Shape;1194;p7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95" name="Google Shape;1195;p77"/>
          <p:cNvGrpSpPr/>
          <p:nvPr/>
        </p:nvGrpSpPr>
        <p:grpSpPr>
          <a:xfrm rot="5400000">
            <a:off x="591615" y="2800698"/>
            <a:ext cx="369896" cy="333900"/>
            <a:chOff x="96076" y="654376"/>
            <a:chExt cx="369896" cy="333900"/>
          </a:xfrm>
        </p:grpSpPr>
        <p:cxnSp>
          <p:nvCxnSpPr>
            <p:cNvPr id="1196" name="Google Shape;1196;p7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7" name="Google Shape;1197;p7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98" name="Google Shape;1198;p7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99" name="Google Shape;1199;p77"/>
          <p:cNvGrpSpPr/>
          <p:nvPr/>
        </p:nvGrpSpPr>
        <p:grpSpPr>
          <a:xfrm rot="5400000">
            <a:off x="594440" y="1320410"/>
            <a:ext cx="369896" cy="333900"/>
            <a:chOff x="96076" y="654376"/>
            <a:chExt cx="369896" cy="333900"/>
          </a:xfrm>
        </p:grpSpPr>
        <p:cxnSp>
          <p:nvCxnSpPr>
            <p:cNvPr id="1200" name="Google Shape;1200;p7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1" name="Google Shape;1201;p7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02" name="Google Shape;1202;p7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03" name="Google Shape;1203;p77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04" name="Google Shape;1204;p77"/>
          <p:cNvSpPr txBox="1"/>
          <p:nvPr/>
        </p:nvSpPr>
        <p:spPr>
          <a:xfrm>
            <a:off x="1040600" y="3719118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05" name="Google Shape;1205;p77"/>
          <p:cNvSpPr txBox="1"/>
          <p:nvPr/>
        </p:nvSpPr>
        <p:spPr>
          <a:xfrm>
            <a:off x="1040600" y="2311041"/>
            <a:ext cx="1985100" cy="14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06" name="Google Shape;1206;p77"/>
          <p:cNvSpPr txBox="1"/>
          <p:nvPr/>
        </p:nvSpPr>
        <p:spPr>
          <a:xfrm>
            <a:off x="1040600" y="882450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07" name="Google Shape;1207;p77"/>
          <p:cNvSpPr txBox="1"/>
          <p:nvPr>
            <p:ph idx="1" type="body"/>
          </p:nvPr>
        </p:nvSpPr>
        <p:spPr>
          <a:xfrm>
            <a:off x="3166350" y="2557587"/>
            <a:ext cx="54576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08" name="Google Shape;1208;p77"/>
          <p:cNvSpPr txBox="1"/>
          <p:nvPr>
            <p:ph idx="2" type="body"/>
          </p:nvPr>
        </p:nvSpPr>
        <p:spPr>
          <a:xfrm>
            <a:off x="3166350" y="3965664"/>
            <a:ext cx="54576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209" name="Google Shape;1209;p77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0" name="Google Shape;1210;p7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1" name="Google Shape;1211;p77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2" name="Google Shape;1212;p77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3" name="Google Shape;1213;p77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4" name="Google Shape;1214;p77"/>
          <p:cNvSpPr txBox="1"/>
          <p:nvPr>
            <p:ph idx="3" type="body"/>
          </p:nvPr>
        </p:nvSpPr>
        <p:spPr>
          <a:xfrm>
            <a:off x="3166350" y="1128996"/>
            <a:ext cx="54576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215" name="Google Shape;1215;p77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6" name="Google Shape;1216;p77"/>
          <p:cNvSpPr txBox="1"/>
          <p:nvPr>
            <p:ph idx="4" type="subTitle"/>
          </p:nvPr>
        </p:nvSpPr>
        <p:spPr>
          <a:xfrm>
            <a:off x="1042075" y="882450"/>
            <a:ext cx="1985100" cy="14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17" name="Google Shape;1217;p77"/>
          <p:cNvSpPr txBox="1"/>
          <p:nvPr>
            <p:ph idx="5" type="subTitle"/>
          </p:nvPr>
        </p:nvSpPr>
        <p:spPr>
          <a:xfrm>
            <a:off x="1042075" y="2311050"/>
            <a:ext cx="1985100" cy="14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18" name="Google Shape;1218;p77"/>
          <p:cNvSpPr txBox="1"/>
          <p:nvPr>
            <p:ph idx="6" type="subTitle"/>
          </p:nvPr>
        </p:nvSpPr>
        <p:spPr>
          <a:xfrm>
            <a:off x="1042075" y="3735450"/>
            <a:ext cx="1985100" cy="14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_2">
    <p:bg>
      <p:bgPr>
        <a:solidFill>
          <a:schemeClr val="lt2"/>
        </a:solidFill>
      </p:bgPr>
    </p:bg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0" name="Google Shape;1220;p78"/>
          <p:cNvGrpSpPr/>
          <p:nvPr/>
        </p:nvGrpSpPr>
        <p:grpSpPr>
          <a:xfrm rot="5400000">
            <a:off x="593015" y="4280998"/>
            <a:ext cx="369896" cy="333900"/>
            <a:chOff x="96076" y="654376"/>
            <a:chExt cx="369896" cy="333900"/>
          </a:xfrm>
        </p:grpSpPr>
        <p:cxnSp>
          <p:nvCxnSpPr>
            <p:cNvPr id="1221" name="Google Shape;1221;p7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2" name="Google Shape;1222;p7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23" name="Google Shape;1223;p7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24" name="Google Shape;1224;p78"/>
          <p:cNvGrpSpPr/>
          <p:nvPr/>
        </p:nvGrpSpPr>
        <p:grpSpPr>
          <a:xfrm rot="5400000">
            <a:off x="591615" y="2800698"/>
            <a:ext cx="369896" cy="333900"/>
            <a:chOff x="96076" y="654376"/>
            <a:chExt cx="369896" cy="333900"/>
          </a:xfrm>
        </p:grpSpPr>
        <p:cxnSp>
          <p:nvCxnSpPr>
            <p:cNvPr id="1225" name="Google Shape;1225;p7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6" name="Google Shape;1226;p7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27" name="Google Shape;1227;p7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28" name="Google Shape;1228;p78"/>
          <p:cNvGrpSpPr/>
          <p:nvPr/>
        </p:nvGrpSpPr>
        <p:grpSpPr>
          <a:xfrm rot="5400000">
            <a:off x="594440" y="1320410"/>
            <a:ext cx="369896" cy="333900"/>
            <a:chOff x="96076" y="654376"/>
            <a:chExt cx="369896" cy="333900"/>
          </a:xfrm>
        </p:grpSpPr>
        <p:cxnSp>
          <p:nvCxnSpPr>
            <p:cNvPr id="1229" name="Google Shape;1229;p7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0" name="Google Shape;1230;p7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31" name="Google Shape;1231;p7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32" name="Google Shape;1232;p78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33" name="Google Shape;1233;p78"/>
          <p:cNvSpPr txBox="1"/>
          <p:nvPr/>
        </p:nvSpPr>
        <p:spPr>
          <a:xfrm>
            <a:off x="1040600" y="3719118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34" name="Google Shape;1234;p78"/>
          <p:cNvSpPr txBox="1"/>
          <p:nvPr/>
        </p:nvSpPr>
        <p:spPr>
          <a:xfrm>
            <a:off x="1040600" y="2311041"/>
            <a:ext cx="1985100" cy="14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35" name="Google Shape;1235;p78"/>
          <p:cNvSpPr txBox="1"/>
          <p:nvPr/>
        </p:nvSpPr>
        <p:spPr>
          <a:xfrm>
            <a:off x="1040600" y="882450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36" name="Google Shape;1236;p78"/>
          <p:cNvSpPr txBox="1"/>
          <p:nvPr>
            <p:ph idx="1" type="body"/>
          </p:nvPr>
        </p:nvSpPr>
        <p:spPr>
          <a:xfrm>
            <a:off x="3166350" y="2557587"/>
            <a:ext cx="54576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37" name="Google Shape;1237;p78"/>
          <p:cNvSpPr txBox="1"/>
          <p:nvPr>
            <p:ph idx="2" type="body"/>
          </p:nvPr>
        </p:nvSpPr>
        <p:spPr>
          <a:xfrm>
            <a:off x="3166350" y="3965664"/>
            <a:ext cx="54576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238" name="Google Shape;1238;p7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9" name="Google Shape;1239;p7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0" name="Google Shape;1240;p7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1" name="Google Shape;1241;p7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2" name="Google Shape;1242;p78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3" name="Google Shape;1243;p78"/>
          <p:cNvSpPr txBox="1"/>
          <p:nvPr>
            <p:ph idx="3" type="body"/>
          </p:nvPr>
        </p:nvSpPr>
        <p:spPr>
          <a:xfrm>
            <a:off x="3166350" y="1128996"/>
            <a:ext cx="54576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244" name="Google Shape;1244;p78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5" name="Google Shape;1245;p78"/>
          <p:cNvSpPr txBox="1"/>
          <p:nvPr>
            <p:ph idx="4" type="subTitle"/>
          </p:nvPr>
        </p:nvSpPr>
        <p:spPr>
          <a:xfrm>
            <a:off x="1042075" y="882450"/>
            <a:ext cx="1985100" cy="14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46" name="Google Shape;1246;p78"/>
          <p:cNvSpPr txBox="1"/>
          <p:nvPr>
            <p:ph idx="5" type="subTitle"/>
          </p:nvPr>
        </p:nvSpPr>
        <p:spPr>
          <a:xfrm>
            <a:off x="1042075" y="2311050"/>
            <a:ext cx="1985100" cy="14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47" name="Google Shape;1247;p78"/>
          <p:cNvSpPr txBox="1"/>
          <p:nvPr>
            <p:ph idx="6" type="subTitle"/>
          </p:nvPr>
        </p:nvSpPr>
        <p:spPr>
          <a:xfrm>
            <a:off x="1042075" y="3735450"/>
            <a:ext cx="1985100" cy="14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48" name="Google Shape;1248;p78"/>
          <p:cNvSpPr txBox="1"/>
          <p:nvPr>
            <p:ph idx="7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49" name="Google Shape;1249;p78"/>
          <p:cNvSpPr txBox="1"/>
          <p:nvPr>
            <p:ph idx="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50" name="Google Shape;1250;p78"/>
          <p:cNvSpPr txBox="1"/>
          <p:nvPr>
            <p:ph idx="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2"/>
        </a:solidFill>
      </p:bgPr>
    </p:bg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2" name="Google Shape;1252;p79"/>
          <p:cNvGrpSpPr/>
          <p:nvPr/>
        </p:nvGrpSpPr>
        <p:grpSpPr>
          <a:xfrm rot="5400000">
            <a:off x="593777" y="1244198"/>
            <a:ext cx="369896" cy="333900"/>
            <a:chOff x="96076" y="654376"/>
            <a:chExt cx="369896" cy="333900"/>
          </a:xfrm>
        </p:grpSpPr>
        <p:cxnSp>
          <p:nvCxnSpPr>
            <p:cNvPr id="1253" name="Google Shape;1253;p7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4" name="Google Shape;1254;p7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5" name="Google Shape;1255;p7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56" name="Google Shape;1256;p79"/>
          <p:cNvGrpSpPr/>
          <p:nvPr/>
        </p:nvGrpSpPr>
        <p:grpSpPr>
          <a:xfrm rot="5400000">
            <a:off x="593790" y="2286698"/>
            <a:ext cx="369896" cy="333900"/>
            <a:chOff x="96076" y="654376"/>
            <a:chExt cx="369896" cy="333900"/>
          </a:xfrm>
        </p:grpSpPr>
        <p:cxnSp>
          <p:nvCxnSpPr>
            <p:cNvPr id="1257" name="Google Shape;1257;p7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8" name="Google Shape;1258;p7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9" name="Google Shape;1259;p7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60" name="Google Shape;1260;p79"/>
          <p:cNvGrpSpPr/>
          <p:nvPr/>
        </p:nvGrpSpPr>
        <p:grpSpPr>
          <a:xfrm rot="5400000">
            <a:off x="593777" y="4371698"/>
            <a:ext cx="369896" cy="333900"/>
            <a:chOff x="96076" y="654376"/>
            <a:chExt cx="369896" cy="333900"/>
          </a:xfrm>
        </p:grpSpPr>
        <p:cxnSp>
          <p:nvCxnSpPr>
            <p:cNvPr id="1261" name="Google Shape;1261;p7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62" name="Google Shape;1262;p7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63" name="Google Shape;1263;p7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64" name="Google Shape;1264;p79"/>
          <p:cNvSpPr txBox="1"/>
          <p:nvPr>
            <p:ph idx="1" type="body"/>
          </p:nvPr>
        </p:nvSpPr>
        <p:spPr>
          <a:xfrm>
            <a:off x="3166350" y="1128995"/>
            <a:ext cx="54576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5" name="Google Shape;1265;p79"/>
          <p:cNvSpPr txBox="1"/>
          <p:nvPr>
            <p:ph idx="2" type="body"/>
          </p:nvPr>
        </p:nvSpPr>
        <p:spPr>
          <a:xfrm>
            <a:off x="3166350" y="2191967"/>
            <a:ext cx="54576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6" name="Google Shape;1266;p79"/>
          <p:cNvSpPr txBox="1"/>
          <p:nvPr>
            <p:ph idx="3" type="body"/>
          </p:nvPr>
        </p:nvSpPr>
        <p:spPr>
          <a:xfrm>
            <a:off x="3166350" y="3260843"/>
            <a:ext cx="54576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7" name="Google Shape;1267;p79"/>
          <p:cNvSpPr txBox="1"/>
          <p:nvPr>
            <p:ph idx="4" type="body"/>
          </p:nvPr>
        </p:nvSpPr>
        <p:spPr>
          <a:xfrm>
            <a:off x="3165075" y="4322928"/>
            <a:ext cx="54576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8" name="Google Shape;1268;p79"/>
          <p:cNvSpPr txBox="1"/>
          <p:nvPr/>
        </p:nvSpPr>
        <p:spPr>
          <a:xfrm>
            <a:off x="1042100" y="4076382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1269" name="Google Shape;1269;p79"/>
          <p:cNvGrpSpPr/>
          <p:nvPr/>
        </p:nvGrpSpPr>
        <p:grpSpPr>
          <a:xfrm rot="5400000">
            <a:off x="593765" y="3328603"/>
            <a:ext cx="369896" cy="333900"/>
            <a:chOff x="96076" y="654376"/>
            <a:chExt cx="369896" cy="333900"/>
          </a:xfrm>
        </p:grpSpPr>
        <p:cxnSp>
          <p:nvCxnSpPr>
            <p:cNvPr id="1270" name="Google Shape;1270;p7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71" name="Google Shape;1271;p7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72" name="Google Shape;1272;p7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73" name="Google Shape;1273;p79"/>
          <p:cNvSpPr txBox="1"/>
          <p:nvPr/>
        </p:nvSpPr>
        <p:spPr>
          <a:xfrm>
            <a:off x="1042100" y="3014307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74" name="Google Shape;1274;p79"/>
          <p:cNvSpPr txBox="1"/>
          <p:nvPr/>
        </p:nvSpPr>
        <p:spPr>
          <a:xfrm>
            <a:off x="1042100" y="1944523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75" name="Google Shape;1275;p79"/>
          <p:cNvSpPr txBox="1"/>
          <p:nvPr/>
        </p:nvSpPr>
        <p:spPr>
          <a:xfrm>
            <a:off x="1042100" y="882449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276" name="Google Shape;1276;p7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7" name="Google Shape;1277;p7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8" name="Google Shape;1278;p7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9" name="Google Shape;1279;p7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0" name="Google Shape;1280;p79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1" name="Google Shape;1281;p79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2" name="Google Shape;1282;p79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83" name="Google Shape;1283;p79"/>
          <p:cNvSpPr txBox="1"/>
          <p:nvPr>
            <p:ph idx="5" type="subTitle"/>
          </p:nvPr>
        </p:nvSpPr>
        <p:spPr>
          <a:xfrm>
            <a:off x="1042088" y="882450"/>
            <a:ext cx="1985100" cy="10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84" name="Google Shape;1284;p79"/>
          <p:cNvSpPr txBox="1"/>
          <p:nvPr>
            <p:ph idx="6" type="subTitle"/>
          </p:nvPr>
        </p:nvSpPr>
        <p:spPr>
          <a:xfrm>
            <a:off x="1042088" y="1949550"/>
            <a:ext cx="1985100" cy="10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85" name="Google Shape;1285;p79"/>
          <p:cNvSpPr txBox="1"/>
          <p:nvPr>
            <p:ph idx="7" type="subTitle"/>
          </p:nvPr>
        </p:nvSpPr>
        <p:spPr>
          <a:xfrm>
            <a:off x="1042088" y="3008275"/>
            <a:ext cx="19851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86" name="Google Shape;1286;p79"/>
          <p:cNvSpPr txBox="1"/>
          <p:nvPr>
            <p:ph idx="8" type="subTitle"/>
          </p:nvPr>
        </p:nvSpPr>
        <p:spPr>
          <a:xfrm>
            <a:off x="1042088" y="4082950"/>
            <a:ext cx="1985100" cy="10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2"/>
        </a:solidFill>
      </p:bgPr>
    </p:bg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8" name="Google Shape;1288;p80"/>
          <p:cNvGrpSpPr/>
          <p:nvPr/>
        </p:nvGrpSpPr>
        <p:grpSpPr>
          <a:xfrm rot="5400000">
            <a:off x="593777" y="1244198"/>
            <a:ext cx="369896" cy="333900"/>
            <a:chOff x="96076" y="654376"/>
            <a:chExt cx="369896" cy="333900"/>
          </a:xfrm>
        </p:grpSpPr>
        <p:cxnSp>
          <p:nvCxnSpPr>
            <p:cNvPr id="1289" name="Google Shape;1289;p8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0" name="Google Shape;1290;p8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91" name="Google Shape;1291;p8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92" name="Google Shape;1292;p80"/>
          <p:cNvGrpSpPr/>
          <p:nvPr/>
        </p:nvGrpSpPr>
        <p:grpSpPr>
          <a:xfrm rot="5400000">
            <a:off x="593790" y="2286698"/>
            <a:ext cx="369896" cy="333900"/>
            <a:chOff x="96076" y="654376"/>
            <a:chExt cx="369896" cy="333900"/>
          </a:xfrm>
        </p:grpSpPr>
        <p:cxnSp>
          <p:nvCxnSpPr>
            <p:cNvPr id="1293" name="Google Shape;1293;p8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4" name="Google Shape;1294;p8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95" name="Google Shape;1295;p8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96" name="Google Shape;1296;p80"/>
          <p:cNvGrpSpPr/>
          <p:nvPr/>
        </p:nvGrpSpPr>
        <p:grpSpPr>
          <a:xfrm rot="5400000">
            <a:off x="593777" y="4371698"/>
            <a:ext cx="369896" cy="333900"/>
            <a:chOff x="96076" y="654376"/>
            <a:chExt cx="369896" cy="333900"/>
          </a:xfrm>
        </p:grpSpPr>
        <p:cxnSp>
          <p:nvCxnSpPr>
            <p:cNvPr id="1297" name="Google Shape;1297;p8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8" name="Google Shape;1298;p8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99" name="Google Shape;1299;p8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00" name="Google Shape;1300;p80"/>
          <p:cNvGrpSpPr/>
          <p:nvPr/>
        </p:nvGrpSpPr>
        <p:grpSpPr>
          <a:xfrm rot="5400000">
            <a:off x="593765" y="3328603"/>
            <a:ext cx="369896" cy="333900"/>
            <a:chOff x="96076" y="654376"/>
            <a:chExt cx="369896" cy="333900"/>
          </a:xfrm>
        </p:grpSpPr>
        <p:cxnSp>
          <p:nvCxnSpPr>
            <p:cNvPr id="1301" name="Google Shape;1301;p8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02" name="Google Shape;1302;p8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03" name="Google Shape;1303;p8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304" name="Google Shape;1304;p80"/>
          <p:cNvSpPr txBox="1"/>
          <p:nvPr>
            <p:ph idx="1" type="body"/>
          </p:nvPr>
        </p:nvSpPr>
        <p:spPr>
          <a:xfrm>
            <a:off x="3166350" y="1128995"/>
            <a:ext cx="54576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05" name="Google Shape;1305;p80"/>
          <p:cNvSpPr txBox="1"/>
          <p:nvPr>
            <p:ph idx="2" type="body"/>
          </p:nvPr>
        </p:nvSpPr>
        <p:spPr>
          <a:xfrm>
            <a:off x="3166350" y="2191967"/>
            <a:ext cx="54576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06" name="Google Shape;1306;p80"/>
          <p:cNvSpPr txBox="1"/>
          <p:nvPr>
            <p:ph idx="3" type="body"/>
          </p:nvPr>
        </p:nvSpPr>
        <p:spPr>
          <a:xfrm>
            <a:off x="3166350" y="3260843"/>
            <a:ext cx="54576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07" name="Google Shape;1307;p80"/>
          <p:cNvSpPr txBox="1"/>
          <p:nvPr>
            <p:ph idx="4" type="body"/>
          </p:nvPr>
        </p:nvSpPr>
        <p:spPr>
          <a:xfrm>
            <a:off x="3165075" y="4322928"/>
            <a:ext cx="54576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08" name="Google Shape;1308;p80"/>
          <p:cNvSpPr txBox="1"/>
          <p:nvPr/>
        </p:nvSpPr>
        <p:spPr>
          <a:xfrm>
            <a:off x="1042100" y="4076382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09" name="Google Shape;1309;p80"/>
          <p:cNvSpPr txBox="1"/>
          <p:nvPr/>
        </p:nvSpPr>
        <p:spPr>
          <a:xfrm>
            <a:off x="1042100" y="3014307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10" name="Google Shape;1310;p80"/>
          <p:cNvSpPr txBox="1"/>
          <p:nvPr/>
        </p:nvSpPr>
        <p:spPr>
          <a:xfrm>
            <a:off x="1042100" y="1944523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11" name="Google Shape;1311;p80"/>
          <p:cNvSpPr txBox="1"/>
          <p:nvPr/>
        </p:nvSpPr>
        <p:spPr>
          <a:xfrm>
            <a:off x="1042100" y="882449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312" name="Google Shape;1312;p8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3" name="Google Shape;1313;p8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4" name="Google Shape;1314;p8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5" name="Google Shape;1315;p8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6" name="Google Shape;1316;p80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7" name="Google Shape;1317;p80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8" name="Google Shape;1318;p80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319" name="Google Shape;1319;p80"/>
          <p:cNvSpPr txBox="1"/>
          <p:nvPr>
            <p:ph idx="5" type="subTitle"/>
          </p:nvPr>
        </p:nvSpPr>
        <p:spPr>
          <a:xfrm>
            <a:off x="1042100" y="882450"/>
            <a:ext cx="1985100" cy="10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320" name="Google Shape;1320;p80"/>
          <p:cNvSpPr txBox="1"/>
          <p:nvPr>
            <p:ph idx="6" type="subTitle"/>
          </p:nvPr>
        </p:nvSpPr>
        <p:spPr>
          <a:xfrm>
            <a:off x="1042100" y="1949550"/>
            <a:ext cx="1985100" cy="10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321" name="Google Shape;1321;p80"/>
          <p:cNvSpPr txBox="1"/>
          <p:nvPr>
            <p:ph idx="7" type="subTitle"/>
          </p:nvPr>
        </p:nvSpPr>
        <p:spPr>
          <a:xfrm>
            <a:off x="1042100" y="3008275"/>
            <a:ext cx="19851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322" name="Google Shape;1322;p80"/>
          <p:cNvSpPr txBox="1"/>
          <p:nvPr>
            <p:ph idx="8" type="subTitle"/>
          </p:nvPr>
        </p:nvSpPr>
        <p:spPr>
          <a:xfrm>
            <a:off x="1042100" y="4082950"/>
            <a:ext cx="1985100" cy="10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323" name="Google Shape;1323;p80"/>
          <p:cNvSpPr txBox="1"/>
          <p:nvPr>
            <p:ph idx="9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24" name="Google Shape;1324;p80"/>
          <p:cNvSpPr txBox="1"/>
          <p:nvPr>
            <p:ph idx="1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25" name="Google Shape;1325;p80"/>
          <p:cNvSpPr txBox="1"/>
          <p:nvPr>
            <p:ph idx="1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BLANK_1_1_1_1_1_1_1_1_1_1_1_1_1_1_1_1">
    <p:bg>
      <p:bgPr>
        <a:solidFill>
          <a:schemeClr val="lt2"/>
        </a:solidFill>
      </p:bgPr>
    </p:bg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81"/>
          <p:cNvSpPr/>
          <p:nvPr>
            <p:ph idx="2" type="pic"/>
          </p:nvPr>
        </p:nvSpPr>
        <p:spPr>
          <a:xfrm>
            <a:off x="1408925" y="1186475"/>
            <a:ext cx="6585900" cy="3497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28" name="Google Shape;1328;p81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29" name="Google Shape;1329;p8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0" name="Google Shape;1330;p8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1" name="Google Shape;1331;p8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2" name="Google Shape;1332;p8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3" name="Google Shape;1333;p81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_2">
    <p:bg>
      <p:bgPr>
        <a:solidFill>
          <a:schemeClr val="lt2"/>
        </a:solidFill>
      </p:bgPr>
    </p:bg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82"/>
          <p:cNvSpPr/>
          <p:nvPr>
            <p:ph idx="2" type="pic"/>
          </p:nvPr>
        </p:nvSpPr>
        <p:spPr>
          <a:xfrm>
            <a:off x="1408925" y="1186475"/>
            <a:ext cx="6585900" cy="3497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36" name="Google Shape;1336;p82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37" name="Google Shape;1337;p8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8" name="Google Shape;1338;p8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9" name="Google Shape;1339;p8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0" name="Google Shape;1340;p8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1" name="Google Shape;1341;p82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2" name="Google Shape;1342;p8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3" name="Google Shape;1343;p82"/>
          <p:cNvSpPr txBox="1"/>
          <p:nvPr>
            <p:ph idx="3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4" name="Google Shape;1344;p82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BLANK_1_1_1_1_1_1_1_1_1_1_1_1_1_1_1_1_1">
    <p:bg>
      <p:bgPr>
        <a:solidFill>
          <a:schemeClr val="lt2"/>
        </a:solidFill>
      </p:bgPr>
    </p:bg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83"/>
          <p:cNvSpPr/>
          <p:nvPr>
            <p:ph idx="2" type="pic"/>
          </p:nvPr>
        </p:nvSpPr>
        <p:spPr>
          <a:xfrm>
            <a:off x="779675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47" name="Google Shape;1347;p83"/>
          <p:cNvSpPr/>
          <p:nvPr>
            <p:ph idx="3" type="pic"/>
          </p:nvPr>
        </p:nvSpPr>
        <p:spPr>
          <a:xfrm>
            <a:off x="4798950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48" name="Google Shape;1348;p83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49" name="Google Shape;1349;p8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0" name="Google Shape;1350;p8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1" name="Google Shape;1351;p8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2" name="Google Shape;1352;p8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3" name="Google Shape;1353;p83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4" name="Google Shape;1354;p83"/>
          <p:cNvSpPr txBox="1"/>
          <p:nvPr>
            <p:ph idx="1" type="body"/>
          </p:nvPr>
        </p:nvSpPr>
        <p:spPr>
          <a:xfrm>
            <a:off x="774225" y="3890075"/>
            <a:ext cx="38199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55" name="Google Shape;1355;p83"/>
          <p:cNvSpPr txBox="1"/>
          <p:nvPr>
            <p:ph idx="4" type="body"/>
          </p:nvPr>
        </p:nvSpPr>
        <p:spPr>
          <a:xfrm>
            <a:off x="4796213" y="3890075"/>
            <a:ext cx="38199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56" name="Google Shape;1356;p83"/>
          <p:cNvSpPr txBox="1"/>
          <p:nvPr>
            <p:ph idx="5" type="subTitle"/>
          </p:nvPr>
        </p:nvSpPr>
        <p:spPr>
          <a:xfrm>
            <a:off x="779650" y="3337750"/>
            <a:ext cx="38199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57" name="Google Shape;1357;p83"/>
          <p:cNvSpPr txBox="1"/>
          <p:nvPr>
            <p:ph idx="6" type="subTitle"/>
          </p:nvPr>
        </p:nvSpPr>
        <p:spPr>
          <a:xfrm>
            <a:off x="4801700" y="3337750"/>
            <a:ext cx="38199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- ALT 1">
  <p:cSld name="BLANK_1_1_1_1_1_1_1_1_1_1_1_1_1_1_1_1_1_2">
    <p:bg>
      <p:bgPr>
        <a:solidFill>
          <a:schemeClr val="lt2"/>
        </a:solidFill>
      </p:bgPr>
    </p:bg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84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60" name="Google Shape;1360;p84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61" name="Google Shape;1361;p84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62" name="Google Shape;1362;p84"/>
          <p:cNvSpPr/>
          <p:nvPr>
            <p:ph idx="4" type="pic"/>
          </p:nvPr>
        </p:nvSpPr>
        <p:spPr>
          <a:xfrm>
            <a:off x="779675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63" name="Google Shape;1363;p84"/>
          <p:cNvSpPr/>
          <p:nvPr>
            <p:ph idx="5" type="pic"/>
          </p:nvPr>
        </p:nvSpPr>
        <p:spPr>
          <a:xfrm>
            <a:off x="4798950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64" name="Google Shape;1364;p84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65" name="Google Shape;1365;p8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6" name="Google Shape;1366;p8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7" name="Google Shape;1367;p8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8" name="Google Shape;1368;p8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9" name="Google Shape;1369;p84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0" name="Google Shape;1370;p84"/>
          <p:cNvSpPr txBox="1"/>
          <p:nvPr>
            <p:ph idx="6" type="body"/>
          </p:nvPr>
        </p:nvSpPr>
        <p:spPr>
          <a:xfrm>
            <a:off x="774225" y="3890075"/>
            <a:ext cx="38199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71" name="Google Shape;1371;p84"/>
          <p:cNvSpPr txBox="1"/>
          <p:nvPr>
            <p:ph idx="7" type="body"/>
          </p:nvPr>
        </p:nvSpPr>
        <p:spPr>
          <a:xfrm>
            <a:off x="4796213" y="3890075"/>
            <a:ext cx="38199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72" name="Google Shape;1372;p84"/>
          <p:cNvSpPr txBox="1"/>
          <p:nvPr>
            <p:ph idx="8" type="subTitle"/>
          </p:nvPr>
        </p:nvSpPr>
        <p:spPr>
          <a:xfrm>
            <a:off x="779650" y="3337750"/>
            <a:ext cx="38199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73" name="Google Shape;1373;p84"/>
          <p:cNvSpPr txBox="1"/>
          <p:nvPr>
            <p:ph idx="9" type="subTitle"/>
          </p:nvPr>
        </p:nvSpPr>
        <p:spPr>
          <a:xfrm>
            <a:off x="4801700" y="3337750"/>
            <a:ext cx="38199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solidFill>
          <a:schemeClr val="lt2"/>
        </a:solidFill>
      </p:bgPr>
    </p:bg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85"/>
          <p:cNvSpPr/>
          <p:nvPr>
            <p:ph idx="2" type="pic"/>
          </p:nvPr>
        </p:nvSpPr>
        <p:spPr>
          <a:xfrm>
            <a:off x="779638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76" name="Google Shape;1376;p85"/>
          <p:cNvSpPr/>
          <p:nvPr>
            <p:ph idx="3" type="pic"/>
          </p:nvPr>
        </p:nvSpPr>
        <p:spPr>
          <a:xfrm>
            <a:off x="3487091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77" name="Google Shape;1377;p85"/>
          <p:cNvSpPr/>
          <p:nvPr>
            <p:ph idx="4" type="pic"/>
          </p:nvPr>
        </p:nvSpPr>
        <p:spPr>
          <a:xfrm>
            <a:off x="6194533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78" name="Google Shape;1378;p85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79" name="Google Shape;1379;p8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0" name="Google Shape;1380;p8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1" name="Google Shape;1381;p8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2" name="Google Shape;1382;p8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3" name="Google Shape;1383;p85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4" name="Google Shape;1384;p85"/>
          <p:cNvSpPr txBox="1"/>
          <p:nvPr>
            <p:ph idx="1" type="body"/>
          </p:nvPr>
        </p:nvSpPr>
        <p:spPr>
          <a:xfrm>
            <a:off x="779650" y="3743925"/>
            <a:ext cx="24243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85" name="Google Shape;1385;p85"/>
          <p:cNvSpPr txBox="1"/>
          <p:nvPr>
            <p:ph idx="5" type="body"/>
          </p:nvPr>
        </p:nvSpPr>
        <p:spPr>
          <a:xfrm>
            <a:off x="3487100" y="3743925"/>
            <a:ext cx="24243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86" name="Google Shape;1386;p85"/>
          <p:cNvSpPr txBox="1"/>
          <p:nvPr>
            <p:ph idx="6" type="body"/>
          </p:nvPr>
        </p:nvSpPr>
        <p:spPr>
          <a:xfrm>
            <a:off x="6194550" y="3743925"/>
            <a:ext cx="24243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87" name="Google Shape;1387;p85"/>
          <p:cNvSpPr txBox="1"/>
          <p:nvPr>
            <p:ph idx="7" type="subTitle"/>
          </p:nvPr>
        </p:nvSpPr>
        <p:spPr>
          <a:xfrm>
            <a:off x="779650" y="3008350"/>
            <a:ext cx="2424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88" name="Google Shape;1388;p85"/>
          <p:cNvSpPr txBox="1"/>
          <p:nvPr>
            <p:ph idx="8" type="subTitle"/>
          </p:nvPr>
        </p:nvSpPr>
        <p:spPr>
          <a:xfrm>
            <a:off x="3487100" y="3008350"/>
            <a:ext cx="2424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89" name="Google Shape;1389;p85"/>
          <p:cNvSpPr txBox="1"/>
          <p:nvPr>
            <p:ph idx="9" type="subTitle"/>
          </p:nvPr>
        </p:nvSpPr>
        <p:spPr>
          <a:xfrm>
            <a:off x="6194550" y="3008350"/>
            <a:ext cx="2424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1">
  <p:cSld name="BLANK_1_1_1_1_1_1_1_1_1_1_1_1_1_1_1_1_1_1_2">
    <p:bg>
      <p:bgPr>
        <a:solidFill>
          <a:schemeClr val="lt2"/>
        </a:solidFill>
      </p:bgPr>
    </p:bg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86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2" name="Google Shape;1392;p86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3" name="Google Shape;1393;p86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4" name="Google Shape;1394;p86"/>
          <p:cNvSpPr/>
          <p:nvPr>
            <p:ph idx="4" type="pic"/>
          </p:nvPr>
        </p:nvSpPr>
        <p:spPr>
          <a:xfrm>
            <a:off x="779638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95" name="Google Shape;1395;p86"/>
          <p:cNvSpPr/>
          <p:nvPr>
            <p:ph idx="5" type="pic"/>
          </p:nvPr>
        </p:nvSpPr>
        <p:spPr>
          <a:xfrm>
            <a:off x="3487091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96" name="Google Shape;1396;p86"/>
          <p:cNvSpPr/>
          <p:nvPr>
            <p:ph idx="6" type="pic"/>
          </p:nvPr>
        </p:nvSpPr>
        <p:spPr>
          <a:xfrm>
            <a:off x="6194533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97" name="Google Shape;1397;p86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98" name="Google Shape;1398;p8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9" name="Google Shape;1399;p8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0" name="Google Shape;1400;p8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1" name="Google Shape;1401;p8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2" name="Google Shape;1402;p86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3" name="Google Shape;1403;p86"/>
          <p:cNvSpPr txBox="1"/>
          <p:nvPr>
            <p:ph idx="7" type="body"/>
          </p:nvPr>
        </p:nvSpPr>
        <p:spPr>
          <a:xfrm>
            <a:off x="779650" y="3743925"/>
            <a:ext cx="24243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404" name="Google Shape;1404;p86"/>
          <p:cNvSpPr txBox="1"/>
          <p:nvPr>
            <p:ph idx="8" type="body"/>
          </p:nvPr>
        </p:nvSpPr>
        <p:spPr>
          <a:xfrm>
            <a:off x="3487100" y="3743925"/>
            <a:ext cx="24243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405" name="Google Shape;1405;p86"/>
          <p:cNvSpPr txBox="1"/>
          <p:nvPr>
            <p:ph idx="9" type="body"/>
          </p:nvPr>
        </p:nvSpPr>
        <p:spPr>
          <a:xfrm>
            <a:off x="6194550" y="3743925"/>
            <a:ext cx="24243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406" name="Google Shape;1406;p86"/>
          <p:cNvSpPr txBox="1"/>
          <p:nvPr>
            <p:ph idx="13" type="subTitle"/>
          </p:nvPr>
        </p:nvSpPr>
        <p:spPr>
          <a:xfrm>
            <a:off x="779650" y="3008350"/>
            <a:ext cx="2424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407" name="Google Shape;1407;p86"/>
          <p:cNvSpPr txBox="1"/>
          <p:nvPr>
            <p:ph idx="14" type="subTitle"/>
          </p:nvPr>
        </p:nvSpPr>
        <p:spPr>
          <a:xfrm>
            <a:off x="3487100" y="3008350"/>
            <a:ext cx="2424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408" name="Google Shape;1408;p86"/>
          <p:cNvSpPr txBox="1"/>
          <p:nvPr>
            <p:ph idx="15" type="subTitle"/>
          </p:nvPr>
        </p:nvSpPr>
        <p:spPr>
          <a:xfrm>
            <a:off x="6194550" y="3008350"/>
            <a:ext cx="2424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_1_1_1_1_1_1_1_1_1_1_1_1_1_1_1_1_1_1">
    <p:bg>
      <p:bgPr>
        <a:solidFill>
          <a:schemeClr val="lt2"/>
        </a:solidFill>
      </p:bgPr>
    </p:bg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87"/>
          <p:cNvSpPr/>
          <p:nvPr>
            <p:ph idx="2" type="pic"/>
          </p:nvPr>
        </p:nvSpPr>
        <p:spPr>
          <a:xfrm>
            <a:off x="1540250" y="1039100"/>
            <a:ext cx="6585900" cy="34005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411" name="Google Shape;1411;p8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2" name="Google Shape;1412;p8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3" name="Google Shape;1413;p8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4" name="Google Shape;1414;p8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 - ALT 1">
  <p:cSld name="BLANK_1_1_1_1_1_1_1_1_1_1_1_1_1_1_1_1_1_1_1_2">
    <p:bg>
      <p:bgPr>
        <a:solidFill>
          <a:schemeClr val="lt2"/>
        </a:solidFill>
      </p:bgPr>
    </p:bg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88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17" name="Google Shape;1417;p88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18" name="Google Shape;1418;p88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19" name="Google Shape;1419;p88"/>
          <p:cNvSpPr/>
          <p:nvPr>
            <p:ph idx="4" type="pic"/>
          </p:nvPr>
        </p:nvSpPr>
        <p:spPr>
          <a:xfrm>
            <a:off x="1540250" y="1039100"/>
            <a:ext cx="6585900" cy="34005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420" name="Google Shape;1420;p8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1" name="Google Shape;1421;p8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2" name="Google Shape;1422;p8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3" name="Google Shape;1423;p8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BLANK_1_1_1_1_1_1_1_1_1_1_1_1_1_1_1_1_1_1_1_1">
    <p:bg>
      <p:bgPr>
        <a:solidFill>
          <a:schemeClr val="lt2"/>
        </a:solidFill>
      </p:bgPr>
    </p:bg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89"/>
          <p:cNvSpPr/>
          <p:nvPr>
            <p:ph idx="2" type="pic"/>
          </p:nvPr>
        </p:nvSpPr>
        <p:spPr>
          <a:xfrm>
            <a:off x="1907087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26" name="Google Shape;1426;p89"/>
          <p:cNvSpPr/>
          <p:nvPr>
            <p:ph idx="3" type="pic"/>
          </p:nvPr>
        </p:nvSpPr>
        <p:spPr>
          <a:xfrm>
            <a:off x="3898886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27" name="Google Shape;1427;p89"/>
          <p:cNvSpPr/>
          <p:nvPr>
            <p:ph idx="4" type="pic"/>
          </p:nvPr>
        </p:nvSpPr>
        <p:spPr>
          <a:xfrm>
            <a:off x="5890685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28" name="Google Shape;1428;p89"/>
          <p:cNvSpPr/>
          <p:nvPr>
            <p:ph idx="5" type="pic"/>
          </p:nvPr>
        </p:nvSpPr>
        <p:spPr>
          <a:xfrm>
            <a:off x="1907087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29" name="Google Shape;1429;p89"/>
          <p:cNvSpPr/>
          <p:nvPr>
            <p:ph idx="6" type="pic"/>
          </p:nvPr>
        </p:nvSpPr>
        <p:spPr>
          <a:xfrm>
            <a:off x="3898886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30" name="Google Shape;1430;p89"/>
          <p:cNvSpPr/>
          <p:nvPr>
            <p:ph idx="7" type="pic"/>
          </p:nvPr>
        </p:nvSpPr>
        <p:spPr>
          <a:xfrm>
            <a:off x="5890685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31" name="Google Shape;1431;p89"/>
          <p:cNvSpPr/>
          <p:nvPr>
            <p:ph idx="8" type="pic"/>
          </p:nvPr>
        </p:nvSpPr>
        <p:spPr>
          <a:xfrm>
            <a:off x="1907087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32" name="Google Shape;1432;p89"/>
          <p:cNvSpPr/>
          <p:nvPr>
            <p:ph idx="9" type="pic"/>
          </p:nvPr>
        </p:nvSpPr>
        <p:spPr>
          <a:xfrm>
            <a:off x="3898886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33" name="Google Shape;1433;p89"/>
          <p:cNvSpPr/>
          <p:nvPr>
            <p:ph idx="13" type="pic"/>
          </p:nvPr>
        </p:nvSpPr>
        <p:spPr>
          <a:xfrm>
            <a:off x="5890685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434" name="Google Shape;1434;p8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5" name="Google Shape;1435;p8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6" name="Google Shape;1436;p8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7" name="Google Shape;1437;p8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8" name="Google Shape;1438;p89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439" name="Google Shape;1439;p89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 - ALT 1">
  <p:cSld name="BLANK_1_1_1_1_1_1_1_1_1_1_1_1_1_1_1_1_1_1_1_1_1">
    <p:bg>
      <p:bgPr>
        <a:solidFill>
          <a:schemeClr val="lt2"/>
        </a:solidFill>
      </p:bgPr>
    </p:bg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90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42" name="Google Shape;1442;p90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43" name="Google Shape;1443;p90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44" name="Google Shape;1444;p90"/>
          <p:cNvSpPr/>
          <p:nvPr>
            <p:ph idx="4" type="pic"/>
          </p:nvPr>
        </p:nvSpPr>
        <p:spPr>
          <a:xfrm>
            <a:off x="1907087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45" name="Google Shape;1445;p90"/>
          <p:cNvSpPr/>
          <p:nvPr>
            <p:ph idx="5" type="pic"/>
          </p:nvPr>
        </p:nvSpPr>
        <p:spPr>
          <a:xfrm>
            <a:off x="3898886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46" name="Google Shape;1446;p90"/>
          <p:cNvSpPr/>
          <p:nvPr>
            <p:ph idx="6" type="pic"/>
          </p:nvPr>
        </p:nvSpPr>
        <p:spPr>
          <a:xfrm>
            <a:off x="5890685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47" name="Google Shape;1447;p90"/>
          <p:cNvSpPr/>
          <p:nvPr>
            <p:ph idx="7" type="pic"/>
          </p:nvPr>
        </p:nvSpPr>
        <p:spPr>
          <a:xfrm>
            <a:off x="1907087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48" name="Google Shape;1448;p90"/>
          <p:cNvSpPr/>
          <p:nvPr>
            <p:ph idx="8" type="pic"/>
          </p:nvPr>
        </p:nvSpPr>
        <p:spPr>
          <a:xfrm>
            <a:off x="3898886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49" name="Google Shape;1449;p90"/>
          <p:cNvSpPr/>
          <p:nvPr>
            <p:ph idx="9" type="pic"/>
          </p:nvPr>
        </p:nvSpPr>
        <p:spPr>
          <a:xfrm>
            <a:off x="5890685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50" name="Google Shape;1450;p90"/>
          <p:cNvSpPr/>
          <p:nvPr>
            <p:ph idx="13" type="pic"/>
          </p:nvPr>
        </p:nvSpPr>
        <p:spPr>
          <a:xfrm>
            <a:off x="1907087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51" name="Google Shape;1451;p90"/>
          <p:cNvSpPr/>
          <p:nvPr>
            <p:ph idx="14" type="pic"/>
          </p:nvPr>
        </p:nvSpPr>
        <p:spPr>
          <a:xfrm>
            <a:off x="3898886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52" name="Google Shape;1452;p90"/>
          <p:cNvSpPr/>
          <p:nvPr>
            <p:ph idx="15" type="pic"/>
          </p:nvPr>
        </p:nvSpPr>
        <p:spPr>
          <a:xfrm>
            <a:off x="5890685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453" name="Google Shape;1453;p9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4" name="Google Shape;1454;p9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5" name="Google Shape;1455;p9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6" name="Google Shape;1456;p9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7" name="Google Shape;1457;p90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458" name="Google Shape;1458;p9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9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61" name="Google Shape;1461;p9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9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64" name="Google Shape;1464;p9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65" name="Google Shape;1465;p9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80" Type="http://schemas.openxmlformats.org/officeDocument/2006/relationships/slideLayout" Target="../slideLayouts/slideLayout91.xml"/><Relationship Id="rId81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73" Type="http://schemas.openxmlformats.org/officeDocument/2006/relationships/slideLayout" Target="../slideLayouts/slideLayout84.xml"/><Relationship Id="rId72" Type="http://schemas.openxmlformats.org/officeDocument/2006/relationships/slideLayout" Target="../slideLayouts/slideLayout83.xml"/><Relationship Id="rId31" Type="http://schemas.openxmlformats.org/officeDocument/2006/relationships/slideLayout" Target="../slideLayouts/slideLayout42.xml"/><Relationship Id="rId75" Type="http://schemas.openxmlformats.org/officeDocument/2006/relationships/slideLayout" Target="../slideLayouts/slideLayout86.xml"/><Relationship Id="rId30" Type="http://schemas.openxmlformats.org/officeDocument/2006/relationships/slideLayout" Target="../slideLayouts/slideLayout41.xml"/><Relationship Id="rId74" Type="http://schemas.openxmlformats.org/officeDocument/2006/relationships/slideLayout" Target="../slideLayouts/slideLayout85.xml"/><Relationship Id="rId33" Type="http://schemas.openxmlformats.org/officeDocument/2006/relationships/slideLayout" Target="../slideLayouts/slideLayout44.xml"/><Relationship Id="rId77" Type="http://schemas.openxmlformats.org/officeDocument/2006/relationships/slideLayout" Target="../slideLayouts/slideLayout88.xml"/><Relationship Id="rId32" Type="http://schemas.openxmlformats.org/officeDocument/2006/relationships/slideLayout" Target="../slideLayouts/slideLayout43.xml"/><Relationship Id="rId76" Type="http://schemas.openxmlformats.org/officeDocument/2006/relationships/slideLayout" Target="../slideLayouts/slideLayout87.xml"/><Relationship Id="rId35" Type="http://schemas.openxmlformats.org/officeDocument/2006/relationships/slideLayout" Target="../slideLayouts/slideLayout46.xml"/><Relationship Id="rId79" Type="http://schemas.openxmlformats.org/officeDocument/2006/relationships/slideLayout" Target="../slideLayouts/slideLayout90.xml"/><Relationship Id="rId34" Type="http://schemas.openxmlformats.org/officeDocument/2006/relationships/slideLayout" Target="../slideLayouts/slideLayout45.xml"/><Relationship Id="rId78" Type="http://schemas.openxmlformats.org/officeDocument/2006/relationships/slideLayout" Target="../slideLayouts/slideLayout89.xml"/><Relationship Id="rId71" Type="http://schemas.openxmlformats.org/officeDocument/2006/relationships/slideLayout" Target="../slideLayouts/slideLayout82.xml"/><Relationship Id="rId70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62" Type="http://schemas.openxmlformats.org/officeDocument/2006/relationships/slideLayout" Target="../slideLayouts/slideLayout73.xml"/><Relationship Id="rId61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31.xml"/><Relationship Id="rId64" Type="http://schemas.openxmlformats.org/officeDocument/2006/relationships/slideLayout" Target="../slideLayouts/slideLayout75.xml"/><Relationship Id="rId63" Type="http://schemas.openxmlformats.org/officeDocument/2006/relationships/slideLayout" Target="../slideLayouts/slideLayout74.xml"/><Relationship Id="rId22" Type="http://schemas.openxmlformats.org/officeDocument/2006/relationships/slideLayout" Target="../slideLayouts/slideLayout33.xml"/><Relationship Id="rId66" Type="http://schemas.openxmlformats.org/officeDocument/2006/relationships/slideLayout" Target="../slideLayouts/slideLayout77.xml"/><Relationship Id="rId21" Type="http://schemas.openxmlformats.org/officeDocument/2006/relationships/slideLayout" Target="../slideLayouts/slideLayout32.xml"/><Relationship Id="rId65" Type="http://schemas.openxmlformats.org/officeDocument/2006/relationships/slideLayout" Target="../slideLayouts/slideLayout76.xml"/><Relationship Id="rId24" Type="http://schemas.openxmlformats.org/officeDocument/2006/relationships/slideLayout" Target="../slideLayouts/slideLayout35.xml"/><Relationship Id="rId68" Type="http://schemas.openxmlformats.org/officeDocument/2006/relationships/slideLayout" Target="../slideLayouts/slideLayout79.xml"/><Relationship Id="rId23" Type="http://schemas.openxmlformats.org/officeDocument/2006/relationships/slideLayout" Target="../slideLayouts/slideLayout34.xml"/><Relationship Id="rId67" Type="http://schemas.openxmlformats.org/officeDocument/2006/relationships/slideLayout" Target="../slideLayouts/slideLayout78.xml"/><Relationship Id="rId60" Type="http://schemas.openxmlformats.org/officeDocument/2006/relationships/slideLayout" Target="../slideLayouts/slideLayout71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69" Type="http://schemas.openxmlformats.org/officeDocument/2006/relationships/slideLayout" Target="../slideLayouts/slideLayout80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5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21.xml"/><Relationship Id="rId54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24.xml"/><Relationship Id="rId5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23.xml"/><Relationship Id="rId56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26.xml"/><Relationship Id="rId5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25.xml"/><Relationship Id="rId58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b="0" i="0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b="0" i="0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b="0" i="0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  <p:sldLayoutId id="2147483712" r:id="rId54"/>
    <p:sldLayoutId id="2147483713" r:id="rId55"/>
    <p:sldLayoutId id="2147483714" r:id="rId56"/>
    <p:sldLayoutId id="2147483715" r:id="rId57"/>
    <p:sldLayoutId id="2147483716" r:id="rId58"/>
    <p:sldLayoutId id="2147483717" r:id="rId59"/>
    <p:sldLayoutId id="2147483718" r:id="rId60"/>
    <p:sldLayoutId id="2147483719" r:id="rId61"/>
    <p:sldLayoutId id="2147483720" r:id="rId62"/>
    <p:sldLayoutId id="2147483721" r:id="rId63"/>
    <p:sldLayoutId id="2147483722" r:id="rId64"/>
    <p:sldLayoutId id="2147483723" r:id="rId65"/>
    <p:sldLayoutId id="2147483724" r:id="rId66"/>
    <p:sldLayoutId id="2147483725" r:id="rId67"/>
    <p:sldLayoutId id="2147483726" r:id="rId68"/>
    <p:sldLayoutId id="2147483727" r:id="rId69"/>
    <p:sldLayoutId id="2147483728" r:id="rId70"/>
    <p:sldLayoutId id="2147483729" r:id="rId71"/>
    <p:sldLayoutId id="2147483730" r:id="rId72"/>
    <p:sldLayoutId id="2147483731" r:id="rId73"/>
    <p:sldLayoutId id="2147483732" r:id="rId74"/>
    <p:sldLayoutId id="2147483733" r:id="rId75"/>
    <p:sldLayoutId id="2147483734" r:id="rId76"/>
    <p:sldLayoutId id="2147483735" r:id="rId77"/>
    <p:sldLayoutId id="2147483736" r:id="rId78"/>
    <p:sldLayoutId id="2147483737" r:id="rId79"/>
    <p:sldLayoutId id="2147483738" r:id="rId8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94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182875" wrap="square" tIns="9142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30"/>
              <a:t>Social Media vs Stress</a:t>
            </a:r>
            <a:endParaRPr sz="5030"/>
          </a:p>
        </p:txBody>
      </p:sp>
      <p:sp>
        <p:nvSpPr>
          <p:cNvPr id="1472" name="Google Shape;1472;p94"/>
          <p:cNvSpPr txBox="1"/>
          <p:nvPr>
            <p:ph idx="1" type="subTitle"/>
          </p:nvPr>
        </p:nvSpPr>
        <p:spPr>
          <a:xfrm>
            <a:off x="521375" y="2782850"/>
            <a:ext cx="810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Noelani Ching: Project 4</a:t>
            </a:r>
            <a:endParaRPr/>
          </a:p>
        </p:txBody>
      </p:sp>
      <p:sp>
        <p:nvSpPr>
          <p:cNvPr id="1473" name="Google Shape;1473;p94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December</a:t>
            </a:r>
            <a:endParaRPr/>
          </a:p>
        </p:txBody>
      </p:sp>
      <p:sp>
        <p:nvSpPr>
          <p:cNvPr id="1474" name="Google Shape;1474;p94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95"/>
          <p:cNvSpPr txBox="1"/>
          <p:nvPr>
            <p:ph idx="4" type="title"/>
          </p:nvPr>
        </p:nvSpPr>
        <p:spPr>
          <a:xfrm>
            <a:off x="4861750" y="2897900"/>
            <a:ext cx="436200" cy="426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3</a:t>
            </a:r>
            <a:endParaRPr sz="1500"/>
          </a:p>
        </p:txBody>
      </p:sp>
      <p:sp>
        <p:nvSpPr>
          <p:cNvPr id="1480" name="Google Shape;1480;p95"/>
          <p:cNvSpPr txBox="1"/>
          <p:nvPr>
            <p:ph idx="5" type="title"/>
          </p:nvPr>
        </p:nvSpPr>
        <p:spPr>
          <a:xfrm>
            <a:off x="2952000" y="2897900"/>
            <a:ext cx="436200" cy="426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2</a:t>
            </a:r>
            <a:endParaRPr sz="1500"/>
          </a:p>
        </p:txBody>
      </p:sp>
      <p:sp>
        <p:nvSpPr>
          <p:cNvPr id="1481" name="Google Shape;1481;p95"/>
          <p:cNvSpPr txBox="1"/>
          <p:nvPr>
            <p:ph type="title"/>
          </p:nvPr>
        </p:nvSpPr>
        <p:spPr>
          <a:xfrm>
            <a:off x="1042100" y="2897900"/>
            <a:ext cx="436200" cy="426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1</a:t>
            </a:r>
            <a:endParaRPr sz="1500"/>
          </a:p>
        </p:txBody>
      </p:sp>
      <p:sp>
        <p:nvSpPr>
          <p:cNvPr id="1482" name="Google Shape;1482;p95"/>
          <p:cNvSpPr txBox="1"/>
          <p:nvPr>
            <p:ph idx="1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Social media vs stress</a:t>
            </a:r>
            <a:endParaRPr/>
          </a:p>
        </p:txBody>
      </p:sp>
      <p:sp>
        <p:nvSpPr>
          <p:cNvPr id="1483" name="Google Shape;1483;p95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484" name="Google Shape;1484;p95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Q1 / Month</a:t>
            </a:r>
            <a:endParaRPr/>
          </a:p>
        </p:txBody>
      </p:sp>
      <p:sp>
        <p:nvSpPr>
          <p:cNvPr id="1485" name="Google Shape;1485;p95"/>
          <p:cNvSpPr txBox="1"/>
          <p:nvPr>
            <p:ph idx="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1486" name="Google Shape;1486;p95"/>
          <p:cNvSpPr txBox="1"/>
          <p:nvPr>
            <p:ph idx="7" type="title"/>
          </p:nvPr>
        </p:nvSpPr>
        <p:spPr>
          <a:xfrm flipH="1">
            <a:off x="1046200" y="772500"/>
            <a:ext cx="5726100" cy="21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/>
              <a:t>Research Purpose</a:t>
            </a:r>
            <a:endParaRPr/>
          </a:p>
        </p:txBody>
      </p:sp>
      <p:sp>
        <p:nvSpPr>
          <p:cNvPr id="1487" name="Google Shape;1487;p95"/>
          <p:cNvSpPr txBox="1"/>
          <p:nvPr>
            <p:ph idx="8" type="subTitle"/>
          </p:nvPr>
        </p:nvSpPr>
        <p:spPr>
          <a:xfrm>
            <a:off x="1042100" y="3324200"/>
            <a:ext cx="1910700" cy="15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Social media use has increased over the past decade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488" name="Google Shape;1488;p95"/>
          <p:cNvSpPr txBox="1"/>
          <p:nvPr>
            <p:ph idx="13" type="subTitle"/>
          </p:nvPr>
        </p:nvSpPr>
        <p:spPr>
          <a:xfrm>
            <a:off x="2906138" y="3324150"/>
            <a:ext cx="1956000" cy="15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Stress and anxiety levels have also risen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489" name="Google Shape;1489;p95"/>
          <p:cNvSpPr txBox="1"/>
          <p:nvPr>
            <p:ph idx="14" type="subTitle"/>
          </p:nvPr>
        </p:nvSpPr>
        <p:spPr>
          <a:xfrm>
            <a:off x="5298100" y="3298550"/>
            <a:ext cx="3145800" cy="1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Goal: Use real-world behavior (search trends) to explore possible connections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cxnSp>
        <p:nvCxnSpPr>
          <p:cNvPr id="1490" name="Google Shape;1490;p9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1" name="Google Shape;1491;p95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92" name="Google Shape;1492;p95"/>
          <p:cNvGrpSpPr/>
          <p:nvPr/>
        </p:nvGrpSpPr>
        <p:grpSpPr>
          <a:xfrm rot="5400000">
            <a:off x="595827" y="890398"/>
            <a:ext cx="369896" cy="333900"/>
            <a:chOff x="96076" y="654376"/>
            <a:chExt cx="369896" cy="333900"/>
          </a:xfrm>
        </p:grpSpPr>
        <p:cxnSp>
          <p:nvCxnSpPr>
            <p:cNvPr id="1493" name="Google Shape;1493;p9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94" name="Google Shape;1494;p9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95" name="Google Shape;1495;p9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496" name="Google Shape;1496;p95"/>
          <p:cNvCxnSpPr/>
          <p:nvPr/>
        </p:nvCxnSpPr>
        <p:spPr>
          <a:xfrm>
            <a:off x="4861900" y="2897900"/>
            <a:ext cx="0" cy="2245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7" name="Google Shape;1497;p95"/>
          <p:cNvCxnSpPr/>
          <p:nvPr/>
        </p:nvCxnSpPr>
        <p:spPr>
          <a:xfrm>
            <a:off x="2950738" y="2897900"/>
            <a:ext cx="0" cy="2245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8" name="Google Shape;1498;p95"/>
          <p:cNvCxnSpPr/>
          <p:nvPr/>
        </p:nvCxnSpPr>
        <p:spPr>
          <a:xfrm rot="10800000">
            <a:off x="1070800" y="2873425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9" name="Google Shape;1499;p95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0" name="Google Shape;1500;p95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1" name="Google Shape;1501;p95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6" name="Google Shape;1506;p9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7" name="Google Shape;1507;p9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8" name="Google Shape;1508;p96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9" name="Google Shape;1509;p96"/>
          <p:cNvCxnSpPr/>
          <p:nvPr/>
        </p:nvCxnSpPr>
        <p:spPr>
          <a:xfrm>
            <a:off x="4715700" y="840525"/>
            <a:ext cx="0" cy="4302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0" name="Google Shape;1510;p96"/>
          <p:cNvSpPr txBox="1"/>
          <p:nvPr>
            <p:ph idx="19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511" name="Google Shape;1511;p96"/>
          <p:cNvSpPr txBox="1"/>
          <p:nvPr>
            <p:ph idx="20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Q1 / Month</a:t>
            </a:r>
            <a:endParaRPr/>
          </a:p>
        </p:txBody>
      </p:sp>
      <p:sp>
        <p:nvSpPr>
          <p:cNvPr id="1512" name="Google Shape;1512;p96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1513" name="Google Shape;1513;p96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Data source &amp; tools: via pytrends</a:t>
            </a:r>
            <a:endParaRPr/>
          </a:p>
        </p:txBody>
      </p:sp>
      <p:sp>
        <p:nvSpPr>
          <p:cNvPr id="1514" name="Google Shape;1514;p96"/>
          <p:cNvSpPr txBox="1"/>
          <p:nvPr>
            <p:ph idx="1" type="body"/>
          </p:nvPr>
        </p:nvSpPr>
        <p:spPr>
          <a:xfrm>
            <a:off x="6055200" y="2186625"/>
            <a:ext cx="2085000" cy="16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Python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Pandas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Matplotlib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Scikit-learn</a:t>
            </a:r>
            <a:endParaRPr sz="1800"/>
          </a:p>
        </p:txBody>
      </p:sp>
      <p:sp>
        <p:nvSpPr>
          <p:cNvPr id="1515" name="Google Shape;1515;p96"/>
          <p:cNvSpPr txBox="1"/>
          <p:nvPr>
            <p:ph idx="13" type="subTitle"/>
          </p:nvPr>
        </p:nvSpPr>
        <p:spPr>
          <a:xfrm>
            <a:off x="808325" y="1100063"/>
            <a:ext cx="3231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/>
              <a:t>Time period: 2015-2025</a:t>
            </a:r>
            <a:endParaRPr sz="1300"/>
          </a:p>
        </p:txBody>
      </p:sp>
      <p:sp>
        <p:nvSpPr>
          <p:cNvPr id="1516" name="Google Shape;1516;p96"/>
          <p:cNvSpPr txBox="1"/>
          <p:nvPr>
            <p:ph idx="14" type="body"/>
          </p:nvPr>
        </p:nvSpPr>
        <p:spPr>
          <a:xfrm>
            <a:off x="691325" y="2179300"/>
            <a:ext cx="34656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800"/>
              <a:t>Two search terms: 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“Social media use”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“Stress symptoms”</a:t>
            </a:r>
            <a:endParaRPr sz="1800"/>
          </a:p>
        </p:txBody>
      </p:sp>
      <p:sp>
        <p:nvSpPr>
          <p:cNvPr id="1517" name="Google Shape;1517;p96"/>
          <p:cNvSpPr txBox="1"/>
          <p:nvPr>
            <p:ph idx="16" type="subTitle"/>
          </p:nvPr>
        </p:nvSpPr>
        <p:spPr>
          <a:xfrm>
            <a:off x="6055204" y="1042400"/>
            <a:ext cx="20850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500"/>
              <a:t>Tools used: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2" name="Google Shape;1522;p9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3" name="Google Shape;1523;p9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24" name="Google Shape;1524;p97"/>
          <p:cNvGrpSpPr/>
          <p:nvPr/>
        </p:nvGrpSpPr>
        <p:grpSpPr>
          <a:xfrm rot="5400000">
            <a:off x="600565" y="3272523"/>
            <a:ext cx="369896" cy="333900"/>
            <a:chOff x="96076" y="654376"/>
            <a:chExt cx="369896" cy="333900"/>
          </a:xfrm>
        </p:grpSpPr>
        <p:cxnSp>
          <p:nvCxnSpPr>
            <p:cNvPr id="1525" name="Google Shape;1525;p9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26" name="Google Shape;1526;p9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27" name="Google Shape;1527;p9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28" name="Google Shape;1528;p97"/>
          <p:cNvGrpSpPr/>
          <p:nvPr/>
        </p:nvGrpSpPr>
        <p:grpSpPr>
          <a:xfrm rot="5400000">
            <a:off x="597977" y="2536023"/>
            <a:ext cx="369896" cy="333900"/>
            <a:chOff x="96076" y="654376"/>
            <a:chExt cx="369896" cy="333900"/>
          </a:xfrm>
        </p:grpSpPr>
        <p:cxnSp>
          <p:nvCxnSpPr>
            <p:cNvPr id="1529" name="Google Shape;1529;p9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30" name="Google Shape;1530;p9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31" name="Google Shape;1531;p9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32" name="Google Shape;1532;p97"/>
          <p:cNvGrpSpPr/>
          <p:nvPr/>
        </p:nvGrpSpPr>
        <p:grpSpPr>
          <a:xfrm rot="5400000">
            <a:off x="596740" y="1799523"/>
            <a:ext cx="369896" cy="333900"/>
            <a:chOff x="96076" y="654376"/>
            <a:chExt cx="369896" cy="333900"/>
          </a:xfrm>
        </p:grpSpPr>
        <p:cxnSp>
          <p:nvCxnSpPr>
            <p:cNvPr id="1533" name="Google Shape;1533;p9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34" name="Google Shape;1534;p9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35" name="Google Shape;1535;p9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36" name="Google Shape;1536;p97"/>
          <p:cNvGrpSpPr/>
          <p:nvPr/>
        </p:nvGrpSpPr>
        <p:grpSpPr>
          <a:xfrm rot="5400000">
            <a:off x="596740" y="1063023"/>
            <a:ext cx="369896" cy="333900"/>
            <a:chOff x="96076" y="654376"/>
            <a:chExt cx="369896" cy="333900"/>
          </a:xfrm>
        </p:grpSpPr>
        <p:cxnSp>
          <p:nvCxnSpPr>
            <p:cNvPr id="1537" name="Google Shape;1537;p9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38" name="Google Shape;1538;p9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39" name="Google Shape;1539;p9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540" name="Google Shape;1540;p97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1" name="Google Shape;1541;p97"/>
          <p:cNvCxnSpPr/>
          <p:nvPr/>
        </p:nvCxnSpPr>
        <p:spPr>
          <a:xfrm>
            <a:off x="1045950" y="2334718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2" name="Google Shape;1542;p97"/>
          <p:cNvCxnSpPr/>
          <p:nvPr/>
        </p:nvCxnSpPr>
        <p:spPr>
          <a:xfrm>
            <a:off x="1045950" y="3082267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3" name="Google Shape;1543;p97"/>
          <p:cNvCxnSpPr/>
          <p:nvPr/>
        </p:nvCxnSpPr>
        <p:spPr>
          <a:xfrm>
            <a:off x="1045950" y="3824000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4" name="Google Shape;1544;p97"/>
          <p:cNvCxnSpPr/>
          <p:nvPr/>
        </p:nvCxnSpPr>
        <p:spPr>
          <a:xfrm>
            <a:off x="1042100" y="662013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5" name="Google Shape;1545;p97"/>
          <p:cNvCxnSpPr/>
          <p:nvPr/>
        </p:nvCxnSpPr>
        <p:spPr>
          <a:xfrm>
            <a:off x="1047300" y="1588900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6" name="Google Shape;1546;p9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7" name="Google Shape;1547;p97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8" name="Google Shape;1548;p97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Noelani</a:t>
            </a:r>
            <a:endParaRPr/>
          </a:p>
        </p:txBody>
      </p:sp>
      <p:sp>
        <p:nvSpPr>
          <p:cNvPr id="1549" name="Google Shape;1549;p97"/>
          <p:cNvSpPr txBox="1"/>
          <p:nvPr>
            <p:ph idx="3" type="subTitle"/>
          </p:nvPr>
        </p:nvSpPr>
        <p:spPr>
          <a:xfrm>
            <a:off x="4089725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December</a:t>
            </a:r>
            <a:endParaRPr/>
          </a:p>
        </p:txBody>
      </p:sp>
      <p:sp>
        <p:nvSpPr>
          <p:cNvPr id="1550" name="Google Shape;1550;p97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551" name="Google Shape;1551;p97"/>
          <p:cNvSpPr txBox="1"/>
          <p:nvPr>
            <p:ph idx="1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600"/>
              <a:t>3 Main Research Questions</a:t>
            </a:r>
            <a:endParaRPr sz="1600"/>
          </a:p>
        </p:txBody>
      </p:sp>
      <p:sp>
        <p:nvSpPr>
          <p:cNvPr id="1552" name="Google Shape;1552;p97"/>
          <p:cNvSpPr txBox="1"/>
          <p:nvPr>
            <p:ph type="title"/>
          </p:nvPr>
        </p:nvSpPr>
        <p:spPr>
          <a:xfrm flipH="1">
            <a:off x="1040775" y="1589100"/>
            <a:ext cx="75819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Are social media and stress searches correlated?</a:t>
            </a:r>
            <a:endParaRPr/>
          </a:p>
        </p:txBody>
      </p:sp>
      <p:sp>
        <p:nvSpPr>
          <p:cNvPr id="1553" name="Google Shape;1553;p97"/>
          <p:cNvSpPr txBox="1"/>
          <p:nvPr>
            <p:ph idx="5" type="title"/>
          </p:nvPr>
        </p:nvSpPr>
        <p:spPr>
          <a:xfrm flipH="1">
            <a:off x="1040775" y="2334850"/>
            <a:ext cx="75819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Do the two variables show seasonal patterns?</a:t>
            </a:r>
            <a:endParaRPr/>
          </a:p>
        </p:txBody>
      </p:sp>
      <p:sp>
        <p:nvSpPr>
          <p:cNvPr id="1554" name="Google Shape;1554;p97"/>
          <p:cNvSpPr txBox="1"/>
          <p:nvPr>
            <p:ph idx="6" type="title"/>
          </p:nvPr>
        </p:nvSpPr>
        <p:spPr>
          <a:xfrm flipH="1">
            <a:off x="1040775" y="3082275"/>
            <a:ext cx="75819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(Linear regression prediction)</a:t>
            </a:r>
            <a:endParaRPr/>
          </a:p>
        </p:txBody>
      </p:sp>
      <p:sp>
        <p:nvSpPr>
          <p:cNvPr id="1555" name="Google Shape;1555;p97"/>
          <p:cNvSpPr txBox="1"/>
          <p:nvPr>
            <p:ph idx="9" type="title"/>
          </p:nvPr>
        </p:nvSpPr>
        <p:spPr>
          <a:xfrm flipH="1">
            <a:off x="1042125" y="947575"/>
            <a:ext cx="75819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How have social media and stress search levels changed over time?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0" name="Google Shape;1560;p9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1" name="Google Shape;1561;p9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2" name="Google Shape;1562;p98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3" name="Google Shape;1563;p98"/>
          <p:cNvCxnSpPr/>
          <p:nvPr/>
        </p:nvCxnSpPr>
        <p:spPr>
          <a:xfrm rot="10800000">
            <a:off x="520925" y="841725"/>
            <a:ext cx="6248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4" name="Google Shape;1564;p98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565" name="Google Shape;1565;p98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1566" name="Google Shape;1566;p98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Q1 / Month</a:t>
            </a:r>
            <a:endParaRPr/>
          </a:p>
        </p:txBody>
      </p:sp>
      <p:cxnSp>
        <p:nvCxnSpPr>
          <p:cNvPr id="1567" name="Google Shape;1567;p98"/>
          <p:cNvCxnSpPr/>
          <p:nvPr/>
        </p:nvCxnSpPr>
        <p:spPr>
          <a:xfrm rot="10800000">
            <a:off x="520925" y="841725"/>
            <a:ext cx="6248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8" name="Google Shape;1568;p98"/>
          <p:cNvSpPr txBox="1"/>
          <p:nvPr>
            <p:ph type="title"/>
          </p:nvPr>
        </p:nvSpPr>
        <p:spPr>
          <a:xfrm flipH="1">
            <a:off x="524150" y="334900"/>
            <a:ext cx="62487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Time-Series Results</a:t>
            </a:r>
            <a:endParaRPr/>
          </a:p>
        </p:txBody>
      </p:sp>
      <p:sp>
        <p:nvSpPr>
          <p:cNvPr id="1569" name="Google Shape;1569;p98"/>
          <p:cNvSpPr txBox="1"/>
          <p:nvPr>
            <p:ph idx="4" type="body"/>
          </p:nvPr>
        </p:nvSpPr>
        <p:spPr>
          <a:xfrm>
            <a:off x="6776200" y="1931375"/>
            <a:ext cx="2289300" cy="18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91425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Inter"/>
              <a:buChar char="●"/>
            </a:pPr>
            <a:r>
              <a:rPr lang="en" sz="1400">
                <a:latin typeface="Inter"/>
                <a:ea typeface="Inter"/>
                <a:cs typeface="Inter"/>
                <a:sym typeface="Inter"/>
              </a:rPr>
              <a:t>Both variables increased during the 10-year period</a:t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</a:pPr>
            <a:r>
              <a:rPr lang="en" sz="1400">
                <a:latin typeface="Inter"/>
                <a:ea typeface="Inter"/>
                <a:cs typeface="Inter"/>
                <a:sym typeface="Inter"/>
              </a:rPr>
              <a:t>Stress shows large spikes</a:t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</a:pPr>
            <a:r>
              <a:rPr lang="en" sz="1400">
                <a:latin typeface="Inter"/>
                <a:ea typeface="Inter"/>
                <a:cs typeface="Inter"/>
                <a:sym typeface="Inter"/>
              </a:rPr>
              <a:t>Social media use increases steadily</a:t>
            </a:r>
            <a:endParaRPr sz="1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0" name="Google Shape;1570;p98"/>
          <p:cNvSpPr txBox="1"/>
          <p:nvPr>
            <p:ph idx="5" type="title"/>
          </p:nvPr>
        </p:nvSpPr>
        <p:spPr>
          <a:xfrm>
            <a:off x="7066500" y="1006925"/>
            <a:ext cx="1848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Line Chart of both trends: rolling averages</a:t>
            </a:r>
            <a:endParaRPr/>
          </a:p>
        </p:txBody>
      </p:sp>
      <p:pic>
        <p:nvPicPr>
          <p:cNvPr id="1571" name="Google Shape;1571;p98" title="Screenshot 2025-12-05 at 12.18.34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925" y="841600"/>
            <a:ext cx="5377472" cy="2124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2" name="Google Shape;1572;p98" title="Screenshot 2025-12-05 at 12.18.43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7873" y="3000049"/>
            <a:ext cx="5353428" cy="212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7" name="Google Shape;1577;p9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8" name="Google Shape;1578;p9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9" name="Google Shape;1579;p99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0" name="Google Shape;1580;p99"/>
          <p:cNvCxnSpPr/>
          <p:nvPr/>
        </p:nvCxnSpPr>
        <p:spPr>
          <a:xfrm rot="10800000">
            <a:off x="520925" y="841725"/>
            <a:ext cx="6248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1" name="Google Shape;1581;p99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582" name="Google Shape;1582;p99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1583" name="Google Shape;1583;p99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Q1 / Month</a:t>
            </a:r>
            <a:endParaRPr/>
          </a:p>
        </p:txBody>
      </p:sp>
      <p:cxnSp>
        <p:nvCxnSpPr>
          <p:cNvPr id="1584" name="Google Shape;1584;p99"/>
          <p:cNvCxnSpPr/>
          <p:nvPr/>
        </p:nvCxnSpPr>
        <p:spPr>
          <a:xfrm rot="10800000">
            <a:off x="520925" y="841725"/>
            <a:ext cx="6248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5" name="Google Shape;1585;p99"/>
          <p:cNvSpPr txBox="1"/>
          <p:nvPr>
            <p:ph type="title"/>
          </p:nvPr>
        </p:nvSpPr>
        <p:spPr>
          <a:xfrm flipH="1">
            <a:off x="524150" y="334900"/>
            <a:ext cx="62487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Correlation Analysis</a:t>
            </a:r>
            <a:endParaRPr/>
          </a:p>
        </p:txBody>
      </p:sp>
      <p:sp>
        <p:nvSpPr>
          <p:cNvPr id="1586" name="Google Shape;1586;p99"/>
          <p:cNvSpPr txBox="1"/>
          <p:nvPr>
            <p:ph idx="4" type="body"/>
          </p:nvPr>
        </p:nvSpPr>
        <p:spPr>
          <a:xfrm>
            <a:off x="6776200" y="1931375"/>
            <a:ext cx="2289300" cy="18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91425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Inter"/>
              <a:buChar char="●"/>
            </a:pPr>
            <a:r>
              <a:rPr lang="en" sz="1400">
                <a:latin typeface="Inter"/>
                <a:ea typeface="Inter"/>
                <a:cs typeface="Inter"/>
                <a:sym typeface="Inter"/>
              </a:rPr>
              <a:t>Moderate Positive correlation</a:t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</a:pPr>
            <a:r>
              <a:rPr lang="en" sz="1400">
                <a:latin typeface="Inter"/>
                <a:ea typeface="Inter"/>
                <a:cs typeface="Inter"/>
                <a:sym typeface="Inter"/>
              </a:rPr>
              <a:t>Higher social-media search interest often coincides with higher stress searches</a:t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000"/>
              <a:buNone/>
            </a:pPr>
            <a:r>
              <a:t/>
            </a:r>
            <a:endParaRPr sz="1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7" name="Google Shape;1587;p99"/>
          <p:cNvSpPr txBox="1"/>
          <p:nvPr>
            <p:ph idx="5" type="title"/>
          </p:nvPr>
        </p:nvSpPr>
        <p:spPr>
          <a:xfrm>
            <a:off x="7066500" y="1006925"/>
            <a:ext cx="1848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Are the Two Variables Related?</a:t>
            </a:r>
            <a:endParaRPr/>
          </a:p>
        </p:txBody>
      </p:sp>
      <p:pic>
        <p:nvPicPr>
          <p:cNvPr id="1588" name="Google Shape;1588;p99" title="Screenshot 2025-12-05 at 12.18.58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6813" y="914625"/>
            <a:ext cx="4083837" cy="399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3" name="Google Shape;1593;p10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4" name="Google Shape;1594;p10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5" name="Google Shape;1595;p100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6" name="Google Shape;1596;p100"/>
          <p:cNvCxnSpPr/>
          <p:nvPr/>
        </p:nvCxnSpPr>
        <p:spPr>
          <a:xfrm rot="10800000">
            <a:off x="520925" y="841725"/>
            <a:ext cx="6248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7" name="Google Shape;1597;p100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598" name="Google Shape;1598;p10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1599" name="Google Shape;1599;p100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Q1 / Month</a:t>
            </a:r>
            <a:endParaRPr/>
          </a:p>
        </p:txBody>
      </p:sp>
      <p:sp>
        <p:nvSpPr>
          <p:cNvPr id="1600" name="Google Shape;1600;p100"/>
          <p:cNvSpPr txBox="1"/>
          <p:nvPr>
            <p:ph type="title"/>
          </p:nvPr>
        </p:nvSpPr>
        <p:spPr>
          <a:xfrm flipH="1">
            <a:off x="524150" y="334900"/>
            <a:ext cx="62487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/>
              <a:t>Seasonal Patterns</a:t>
            </a:r>
            <a:endParaRPr/>
          </a:p>
        </p:txBody>
      </p:sp>
      <p:sp>
        <p:nvSpPr>
          <p:cNvPr id="1601" name="Google Shape;1601;p100"/>
          <p:cNvSpPr txBox="1"/>
          <p:nvPr>
            <p:ph idx="4" type="body"/>
          </p:nvPr>
        </p:nvSpPr>
        <p:spPr>
          <a:xfrm>
            <a:off x="6773750" y="1354750"/>
            <a:ext cx="2370300" cy="23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91425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lang="en" sz="1200">
                <a:latin typeface="Inter"/>
                <a:ea typeface="Inter"/>
                <a:cs typeface="Inter"/>
                <a:sym typeface="Inter"/>
              </a:rPr>
              <a:t>Stress peaks in winter (holidays, finals, seasonal depression)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lang="en" sz="1200">
                <a:latin typeface="Inter"/>
                <a:ea typeface="Inter"/>
                <a:cs typeface="Inter"/>
                <a:sym typeface="Inter"/>
              </a:rPr>
              <a:t>Social media peaks in summer (more free time)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lang="en" sz="1200">
                <a:latin typeface="Inter"/>
                <a:ea typeface="Inter"/>
                <a:cs typeface="Inter"/>
                <a:sym typeface="Inter"/>
              </a:rPr>
              <a:t>Both show predictable cycles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000"/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2" name="Google Shape;1602;p100"/>
          <p:cNvSpPr txBox="1"/>
          <p:nvPr>
            <p:ph idx="5"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/>
              <a:t>Seasonal Trends in Search Behavior</a:t>
            </a:r>
            <a:endParaRPr/>
          </a:p>
        </p:txBody>
      </p:sp>
      <p:pic>
        <p:nvPicPr>
          <p:cNvPr id="1603" name="Google Shape;1603;p100" title="monthly averag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95" y="1023725"/>
            <a:ext cx="5868430" cy="23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8" name="Google Shape;1608;p101"/>
          <p:cNvCxnSpPr/>
          <p:nvPr/>
        </p:nvCxnSpPr>
        <p:spPr>
          <a:xfrm>
            <a:off x="521250" y="13075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9" name="Google Shape;1609;p101"/>
          <p:cNvSpPr txBox="1"/>
          <p:nvPr>
            <p:ph idx="1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610" name="Google Shape;1610;p101"/>
          <p:cNvSpPr txBox="1"/>
          <p:nvPr>
            <p:ph idx="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1611" name="Google Shape;1611;p101"/>
          <p:cNvSpPr txBox="1"/>
          <p:nvPr>
            <p:ph idx="1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Q1 / Month</a:t>
            </a:r>
            <a:endParaRPr/>
          </a:p>
        </p:txBody>
      </p:sp>
      <p:sp>
        <p:nvSpPr>
          <p:cNvPr id="1612" name="Google Shape;1612;p101"/>
          <p:cNvSpPr txBox="1"/>
          <p:nvPr>
            <p:ph idx="13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Regression Prediction</a:t>
            </a:r>
            <a:endParaRPr/>
          </a:p>
        </p:txBody>
      </p:sp>
      <p:sp>
        <p:nvSpPr>
          <p:cNvPr id="1613" name="Google Shape;1613;p101"/>
          <p:cNvSpPr txBox="1"/>
          <p:nvPr>
            <p:ph idx="14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Social media vs stress</a:t>
            </a:r>
            <a:endParaRPr/>
          </a:p>
        </p:txBody>
      </p:sp>
      <p:pic>
        <p:nvPicPr>
          <p:cNvPr id="1614" name="Google Shape;1614;p101" title="linear regressio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825" y="1307575"/>
            <a:ext cx="7940371" cy="301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5" name="Google Shape;1615;p101"/>
          <p:cNvSpPr txBox="1"/>
          <p:nvPr/>
        </p:nvSpPr>
        <p:spPr>
          <a:xfrm>
            <a:off x="2141325" y="4309775"/>
            <a:ext cx="47916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Social media interest helps predict general stress trends 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Prediction accuracy is limited 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Stress depends on many additional factors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0" name="Google Shape;1620;p10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1" name="Google Shape;1621;p102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2" name="Google Shape;1622;p10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3" name="Google Shape;1623;p102"/>
          <p:cNvCxnSpPr/>
          <p:nvPr/>
        </p:nvCxnSpPr>
        <p:spPr>
          <a:xfrm rot="10800000">
            <a:off x="519675" y="4616750"/>
            <a:ext cx="8101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4" name="Google Shape;1624;p102"/>
          <p:cNvCxnSpPr/>
          <p:nvPr/>
        </p:nvCxnSpPr>
        <p:spPr>
          <a:xfrm>
            <a:off x="8622700" y="334925"/>
            <a:ext cx="0" cy="4814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5" name="Google Shape;1625;p102"/>
          <p:cNvSpPr txBox="1"/>
          <p:nvPr>
            <p:ph idx="30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626" name="Google Shape;1626;p102"/>
          <p:cNvSpPr txBox="1"/>
          <p:nvPr>
            <p:ph idx="33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Psychological Interpretation</a:t>
            </a:r>
            <a:endParaRPr/>
          </a:p>
        </p:txBody>
      </p:sp>
      <p:sp>
        <p:nvSpPr>
          <p:cNvPr id="1627" name="Google Shape;1627;p102"/>
          <p:cNvSpPr txBox="1"/>
          <p:nvPr>
            <p:ph idx="31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Q1 / Month</a:t>
            </a:r>
            <a:endParaRPr/>
          </a:p>
        </p:txBody>
      </p:sp>
      <p:sp>
        <p:nvSpPr>
          <p:cNvPr id="1628" name="Google Shape;1628;p10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1629" name="Google Shape;1629;p102"/>
          <p:cNvSpPr txBox="1"/>
          <p:nvPr/>
        </p:nvSpPr>
        <p:spPr>
          <a:xfrm>
            <a:off x="885575" y="2177825"/>
            <a:ext cx="73728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b="1"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Social Comparison Theory: </a:t>
            </a:r>
            <a:r>
              <a:rPr b="0"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seeing others online increases stress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b="1"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Cognitive Load Theory: </a:t>
            </a:r>
            <a:r>
              <a:rPr b="0"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constant information can overwhelm the brain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b="1"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Emotional Contagion:</a:t>
            </a:r>
            <a:r>
              <a:rPr b="0"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negative content spreads stress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0" name="Google Shape;1630;p102"/>
          <p:cNvSpPr txBox="1"/>
          <p:nvPr/>
        </p:nvSpPr>
        <p:spPr>
          <a:xfrm>
            <a:off x="2830050" y="1214250"/>
            <a:ext cx="40056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Connecting Data to Psychology</a:t>
            </a:r>
            <a:endParaRPr b="0" i="0" sz="1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35" name="Google Shape;1635;p10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6" name="Google Shape;1636;p10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7" name="Google Shape;1637;p103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8" name="Google Shape;1638;p103"/>
          <p:cNvCxnSpPr/>
          <p:nvPr/>
        </p:nvCxnSpPr>
        <p:spPr>
          <a:xfrm>
            <a:off x="4715700" y="840525"/>
            <a:ext cx="0" cy="4302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9" name="Google Shape;1639;p103"/>
          <p:cNvSpPr txBox="1"/>
          <p:nvPr>
            <p:ph idx="19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640" name="Google Shape;1640;p103"/>
          <p:cNvSpPr txBox="1"/>
          <p:nvPr>
            <p:ph idx="20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Q1 / Month</a:t>
            </a:r>
            <a:endParaRPr/>
          </a:p>
        </p:txBody>
      </p:sp>
      <p:sp>
        <p:nvSpPr>
          <p:cNvPr id="1641" name="Google Shape;1641;p103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1642" name="Google Shape;1642;p103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0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643" name="Google Shape;1643;p103"/>
          <p:cNvSpPr txBox="1"/>
          <p:nvPr>
            <p:ph idx="13" type="subTitle"/>
          </p:nvPr>
        </p:nvSpPr>
        <p:spPr>
          <a:xfrm>
            <a:off x="838575" y="1709800"/>
            <a:ext cx="35598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0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Both variables increased over 10 years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They show a moderate relationship</a:t>
            </a:r>
            <a:endParaRPr sz="2000"/>
          </a:p>
        </p:txBody>
      </p:sp>
      <p:sp>
        <p:nvSpPr>
          <p:cNvPr id="1644" name="Google Shape;1644;p103"/>
          <p:cNvSpPr txBox="1"/>
          <p:nvPr>
            <p:ph idx="16" type="subTitle"/>
          </p:nvPr>
        </p:nvSpPr>
        <p:spPr>
          <a:xfrm>
            <a:off x="5407250" y="1348425"/>
            <a:ext cx="32154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0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Seasonal trends reveal predictable stress cycles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Data analytics is useful for studying real-world psychological behavior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104"/>
          <p:cNvSpPr txBox="1"/>
          <p:nvPr>
            <p:ph type="title"/>
          </p:nvPr>
        </p:nvSpPr>
        <p:spPr>
          <a:xfrm flipH="1">
            <a:off x="2184225" y="1507650"/>
            <a:ext cx="4680300" cy="10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</a:pPr>
            <a:r>
              <a:rPr lang="en"/>
              <a:t>Thank you! :)</a:t>
            </a:r>
            <a:endParaRPr/>
          </a:p>
        </p:txBody>
      </p:sp>
      <p:grpSp>
        <p:nvGrpSpPr>
          <p:cNvPr id="1650" name="Google Shape;1650;p104"/>
          <p:cNvGrpSpPr/>
          <p:nvPr/>
        </p:nvGrpSpPr>
        <p:grpSpPr>
          <a:xfrm rot="5400000">
            <a:off x="595827" y="1741248"/>
            <a:ext cx="369896" cy="333900"/>
            <a:chOff x="96076" y="654376"/>
            <a:chExt cx="369896" cy="333900"/>
          </a:xfrm>
        </p:grpSpPr>
        <p:cxnSp>
          <p:nvCxnSpPr>
            <p:cNvPr id="1651" name="Google Shape;1651;p10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52" name="Google Shape;1652;p10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53" name="Google Shape;1653;p10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OARD MEETING">
  <a:themeElements>
    <a:clrScheme name="Simple Light">
      <a:dk1>
        <a:srgbClr val="E1DCD8"/>
      </a:dk1>
      <a:lt1>
        <a:srgbClr val="032C3C"/>
      </a:lt1>
      <a:dk2>
        <a:srgbClr val="381819"/>
      </a:dk2>
      <a:lt2>
        <a:srgbClr val="EAEAEA"/>
      </a:lt2>
      <a:accent1>
        <a:srgbClr val="BA351A"/>
      </a:accent1>
      <a:accent2>
        <a:srgbClr val="6B2A2D"/>
      </a:accent2>
      <a:accent3>
        <a:srgbClr val="E7D5A6"/>
      </a:accent3>
      <a:accent4>
        <a:srgbClr val="7EDA9C"/>
      </a:accent4>
      <a:accent5>
        <a:srgbClr val="90B3EC"/>
      </a:accent5>
      <a:accent6>
        <a:srgbClr val="E6C5B8"/>
      </a:accent6>
      <a:hlink>
        <a:srgbClr val="9E9E9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